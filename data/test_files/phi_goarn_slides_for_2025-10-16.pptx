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heme/theme2.xml" ContentType="application/vnd.openxmlformats-officedocument.them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Props/app0.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openxmlformats.org/package/2006/relationships/metadata/extended-properties" Target="docProps/app0.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4"/>
  </p:sldMasterIdLst>
  <p:notesMasterIdLst>
    <p:notesMasterId r:id="rId15"/>
  </p:notesMasterIdLst>
  <p:sldIdLst>
    <p:sldId id="1698" r:id="rId5"/>
    <p:sldId id="264" r:id="rId6"/>
    <p:sldId id="261" r:id="rId7"/>
    <p:sldId id="1688" r:id="rId8"/>
    <p:sldId id="1683" r:id="rId9"/>
    <p:sldId id="1687" r:id="rId10"/>
    <p:sldId id="1699" r:id="rId11"/>
    <p:sldId id="1700" r:id="rId12"/>
    <p:sldId id="1701" r:id="rId13"/>
    <p:sldId id="1697" r:id="rId14"/>
  </p:sldIdLst>
  <p:sldSz cx="12192000" cy="6858000"/>
  <p:notesSz cx="6858000" cy="9144000"/>
  <p:custDataLst>
    <p:tags r:id="rId16"/>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B857A079-ABAE-ACE7-662A-89579F5A198D}" name="Miguel Pereira" initials="" userId="S::miguel.pereira@Cogitars.onmicrosoft.com::27d75981-23af-4291-a333-f45e200a1150" providerId="AD"/>
  <p188:author id="{3F83D3F6-2416-18C8-BC71-C3B5BEBEF16B}" name="GREENE-CRAMER, Blanche Johanna" initials="GCBJ" userId="S::greenecramerb@who.int::e255753c-7384-4300-a585-4ababc97b422"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HAMBLION, Esther" initials="HE" lastIdx="18" clrIdx="0">
    <p:extLst>
      <p:ext uri="{19B8F6BF-5375-455C-9EA6-DF929625EA0E}">
        <p15:presenceInfo xmlns:p15="http://schemas.microsoft.com/office/powerpoint/2012/main" userId="S::hamblione@who.int::8109b22d-f61d-402d-bbc3-72293e5733fd" providerId="AD"/>
      </p:ext>
    </p:extLst>
  </p:cmAuthor>
  <p:cmAuthor id="2" name="PLOTOGEA, Amalia" initials="PA" lastIdx="28" clrIdx="1">
    <p:extLst>
      <p:ext uri="{19B8F6BF-5375-455C-9EA6-DF929625EA0E}">
        <p15:presenceInfo xmlns:p15="http://schemas.microsoft.com/office/powerpoint/2012/main" userId="S::plotogeaa@who.int::c5a1f574-b805-4098-a3e6-a1dd1b1244ff" providerId="AD"/>
      </p:ext>
    </p:extLst>
  </p:cmAuthor>
  <p:cmAuthor id="3" name="CHEM, Elvis" initials="CE" lastIdx="7" clrIdx="2">
    <p:extLst>
      <p:ext uri="{19B8F6BF-5375-455C-9EA6-DF929625EA0E}">
        <p15:presenceInfo xmlns:p15="http://schemas.microsoft.com/office/powerpoint/2012/main" userId="S-1-5-21-1446143339-2250552318-1255726049-318075" providerId="AD"/>
      </p:ext>
    </p:extLst>
  </p:cmAuthor>
  <p:cmAuthor id="4" name="TAHELEW, Etsub Engedashet" initials="TEE" lastIdx="9" clrIdx="3">
    <p:extLst>
      <p:ext uri="{19B8F6BF-5375-455C-9EA6-DF929625EA0E}">
        <p15:presenceInfo xmlns:p15="http://schemas.microsoft.com/office/powerpoint/2012/main" userId="S::tahelewe@who.int::54228d5e-79d5-428d-8d23-f870e7181b02" providerId="AD"/>
      </p:ext>
    </p:extLst>
  </p:cmAuthor>
  <p:cmAuthor id="5" name="CHEM, Elvis" initials="CE [2]" lastIdx="4" clrIdx="4">
    <p:extLst>
      <p:ext uri="{19B8F6BF-5375-455C-9EA6-DF929625EA0E}">
        <p15:presenceInfo xmlns:p15="http://schemas.microsoft.com/office/powerpoint/2012/main" userId="S::cheme@who.int::dd05af57-9c48-452b-a76a-be5a65ec7d8b" providerId="AD"/>
      </p:ext>
    </p:extLst>
  </p:cmAuthor>
  <p:cmAuthor id="6" name="PERON, Emilie" initials="PE" lastIdx="15" clrIdx="5">
    <p:extLst>
      <p:ext uri="{19B8F6BF-5375-455C-9EA6-DF929625EA0E}">
        <p15:presenceInfo xmlns:p15="http://schemas.microsoft.com/office/powerpoint/2012/main" userId="S::perone@who.int::b2012169-1cd0-4e8b-8263-cd0cc0e1c305"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E7FB8"/>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F83794F-7EAD-46D6-B437-72273C60EC3C}" v="2" dt="2025-10-16T09:07:55.143"/>
    <p1510:client id="{81E5C5AB-34E1-9A68-45FA-829ED9F27FF7}" v="89" dt="2025-10-15T14:32:40.085"/>
    <p1510:client id="{BFE90430-0F9B-4A23-9F15-E94BC88A2664}" v="2" dt="2025-10-16T08:58:07.18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4930" autoAdjust="0"/>
    <p:restoredTop sz="94711" autoAdjust="0"/>
  </p:normalViewPr>
  <p:slideViewPr>
    <p:cSldViewPr snapToGrid="0" snapToObjects="1">
      <p:cViewPr varScale="1">
        <p:scale>
          <a:sx n="67" d="100"/>
          <a:sy n="67" d="100"/>
        </p:scale>
        <p:origin x="372" y="72"/>
      </p:cViewPr>
      <p:guideLst>
        <p:guide orient="horz" pos="2160"/>
        <p:guide pos="3840"/>
      </p:guideLst>
    </p:cSldViewPr>
  </p:slideViewPr>
  <p:outlineViewPr>
    <p:cViewPr>
      <p:scale>
        <a:sx n="33" d="100"/>
        <a:sy n="33" d="100"/>
      </p:scale>
      <p:origin x="0" y="0"/>
    </p:cViewPr>
  </p:outlin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tableStyles" Target="tableStyle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commentAuthors" Target="commentAuthors.xml"/><Relationship Id="rId2" Type="http://schemas.openxmlformats.org/officeDocument/2006/relationships/customXml" Target="../customXml/item2.xml"/><Relationship Id="rId16" Type="http://schemas.openxmlformats.org/officeDocument/2006/relationships/tags" Target="tags/tag1.xml"/><Relationship Id="rId20"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microsoft.com/office/2018/10/relationships/authors" Target="authors.xml"/><Relationship Id="rId5" Type="http://schemas.openxmlformats.org/officeDocument/2006/relationships/slide" Target="slides/slide1.xml"/><Relationship Id="rId15" Type="http://schemas.openxmlformats.org/officeDocument/2006/relationships/notesMaster" Target="notesMasters/notesMaster1.xml"/><Relationship Id="rId23" Type="http://schemas.microsoft.com/office/2015/10/relationships/revisionInfo" Target="revisionInfo.xml"/><Relationship Id="rId10" Type="http://schemas.openxmlformats.org/officeDocument/2006/relationships/slide" Target="slides/slide6.xml"/><Relationship Id="rId19"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EMRE, Yosef Asrat" userId="S::temrey@who.int::f59ba24a-0269-4c03-ada7-f67b10cacad7" providerId="AD" clId="Web-{81E5C5AB-34E1-9A68-45FA-829ED9F27FF7}"/>
    <pc:docChg chg="modSld">
      <pc:chgData name="TEMRE, Yosef Asrat" userId="S::temrey@who.int::f59ba24a-0269-4c03-ada7-f67b10cacad7" providerId="AD" clId="Web-{81E5C5AB-34E1-9A68-45FA-829ED9F27FF7}" dt="2025-10-15T14:32:35.256" v="73"/>
      <pc:docMkLst>
        <pc:docMk/>
      </pc:docMkLst>
      <pc:sldChg chg="modSp">
        <pc:chgData name="TEMRE, Yosef Asrat" userId="S::temrey@who.int::f59ba24a-0269-4c03-ada7-f67b10cacad7" providerId="AD" clId="Web-{81E5C5AB-34E1-9A68-45FA-829ED9F27FF7}" dt="2025-10-15T14:29:29.272" v="14" actId="20577"/>
        <pc:sldMkLst>
          <pc:docMk/>
          <pc:sldMk cId="0" sldId="1699"/>
        </pc:sldMkLst>
        <pc:spChg chg="mod">
          <ac:chgData name="TEMRE, Yosef Asrat" userId="S::temrey@who.int::f59ba24a-0269-4c03-ada7-f67b10cacad7" providerId="AD" clId="Web-{81E5C5AB-34E1-9A68-45FA-829ED9F27FF7}" dt="2025-10-15T14:28:21.818" v="7" actId="20577"/>
          <ac:spMkLst>
            <pc:docMk/>
            <pc:sldMk cId="0" sldId="1699"/>
            <ac:spMk id="2" creationId="{00000000-0000-0000-0000-000000000000}"/>
          </ac:spMkLst>
        </pc:spChg>
        <pc:spChg chg="mod">
          <ac:chgData name="TEMRE, Yosef Asrat" userId="S::temrey@who.int::f59ba24a-0269-4c03-ada7-f67b10cacad7" providerId="AD" clId="Web-{81E5C5AB-34E1-9A68-45FA-829ED9F27FF7}" dt="2025-10-15T14:29:29.272" v="14" actId="20577"/>
          <ac:spMkLst>
            <pc:docMk/>
            <pc:sldMk cId="0" sldId="1699"/>
            <ac:spMk id="3" creationId="{00000000-0000-0000-0000-000000000000}"/>
          </ac:spMkLst>
        </pc:spChg>
      </pc:sldChg>
      <pc:sldChg chg="modSp">
        <pc:chgData name="TEMRE, Yosef Asrat" userId="S::temrey@who.int::f59ba24a-0269-4c03-ada7-f67b10cacad7" providerId="AD" clId="Web-{81E5C5AB-34E1-9A68-45FA-829ED9F27FF7}" dt="2025-10-15T14:30:43.950" v="22" actId="20577"/>
        <pc:sldMkLst>
          <pc:docMk/>
          <pc:sldMk cId="0" sldId="1700"/>
        </pc:sldMkLst>
        <pc:spChg chg="mod">
          <ac:chgData name="TEMRE, Yosef Asrat" userId="S::temrey@who.int::f59ba24a-0269-4c03-ada7-f67b10cacad7" providerId="AD" clId="Web-{81E5C5AB-34E1-9A68-45FA-829ED9F27FF7}" dt="2025-10-15T14:30:43.950" v="22" actId="20577"/>
          <ac:spMkLst>
            <pc:docMk/>
            <pc:sldMk cId="0" sldId="1700"/>
            <ac:spMk id="2" creationId="{00000000-0000-0000-0000-000000000000}"/>
          </ac:spMkLst>
        </pc:spChg>
      </pc:sldChg>
      <pc:sldChg chg="modSp">
        <pc:chgData name="TEMRE, Yosef Asrat" userId="S::temrey@who.int::f59ba24a-0269-4c03-ada7-f67b10cacad7" providerId="AD" clId="Web-{81E5C5AB-34E1-9A68-45FA-829ED9F27FF7}" dt="2025-10-15T14:32:35.256" v="73"/>
        <pc:sldMkLst>
          <pc:docMk/>
          <pc:sldMk cId="0" sldId="1701"/>
        </pc:sldMkLst>
        <pc:spChg chg="mod">
          <ac:chgData name="TEMRE, Yosef Asrat" userId="S::temrey@who.int::f59ba24a-0269-4c03-ada7-f67b10cacad7" providerId="AD" clId="Web-{81E5C5AB-34E1-9A68-45FA-829ED9F27FF7}" dt="2025-10-15T14:32:00.426" v="39" actId="20577"/>
          <ac:spMkLst>
            <pc:docMk/>
            <pc:sldMk cId="0" sldId="1701"/>
            <ac:spMk id="2" creationId="{00000000-0000-0000-0000-000000000000}"/>
          </ac:spMkLst>
        </pc:spChg>
        <pc:graphicFrameChg chg="mod modGraphic">
          <ac:chgData name="TEMRE, Yosef Asrat" userId="S::temrey@who.int::f59ba24a-0269-4c03-ada7-f67b10cacad7" providerId="AD" clId="Web-{81E5C5AB-34E1-9A68-45FA-829ED9F27FF7}" dt="2025-10-15T14:32:35.256" v="73"/>
          <ac:graphicFrameMkLst>
            <pc:docMk/>
            <pc:sldMk cId="0" sldId="1701"/>
            <ac:graphicFrameMk id="3" creationId="{00000000-0000-0000-0000-000000000000}"/>
          </ac:graphicFrameMkLst>
        </pc:graphicFrameChg>
      </pc:sldChg>
    </pc:docChg>
  </pc:docChgLst>
  <pc:docChgLst>
    <pc:chgData name="KAASIK-AASLAV, Kaja" userId="ae59534f-ec9f-404e-904a-f07cec1c281d" providerId="ADAL" clId="{5F83794F-7EAD-46D6-B437-72273C60EC3C}"/>
    <pc:docChg chg="modSld">
      <pc:chgData name="KAASIK-AASLAV, Kaja" userId="ae59534f-ec9f-404e-904a-f07cec1c281d" providerId="ADAL" clId="{5F83794F-7EAD-46D6-B437-72273C60EC3C}" dt="2025-10-16T09:07:55.143" v="1" actId="20577"/>
      <pc:docMkLst>
        <pc:docMk/>
      </pc:docMkLst>
      <pc:sldChg chg="modSp mod">
        <pc:chgData name="KAASIK-AASLAV, Kaja" userId="ae59534f-ec9f-404e-904a-f07cec1c281d" providerId="ADAL" clId="{5F83794F-7EAD-46D6-B437-72273C60EC3C}" dt="2025-10-16T09:07:55.143" v="1" actId="20577"/>
        <pc:sldMkLst>
          <pc:docMk/>
          <pc:sldMk cId="0" sldId="1700"/>
        </pc:sldMkLst>
        <pc:spChg chg="mod">
          <ac:chgData name="KAASIK-AASLAV, Kaja" userId="ae59534f-ec9f-404e-904a-f07cec1c281d" providerId="ADAL" clId="{5F83794F-7EAD-46D6-B437-72273C60EC3C}" dt="2025-10-16T09:07:55.143" v="1" actId="20577"/>
          <ac:spMkLst>
            <pc:docMk/>
            <pc:sldMk cId="0" sldId="1700"/>
            <ac:spMk id="3" creationId="{00000000-0000-0000-0000-000000000000}"/>
          </ac:spMkLst>
        </pc:spChg>
      </pc:sldChg>
    </pc:docChg>
  </pc:docChgLst>
  <pc:docChgLst>
    <pc:chgData name="TEMRE, Yosef Asrat" userId="f59ba24a-0269-4c03-ada7-f67b10cacad7" providerId="ADAL" clId="{BFE90430-0F9B-4A23-9F15-E94BC88A2664}"/>
    <pc:docChg chg="modSld">
      <pc:chgData name="TEMRE, Yosef Asrat" userId="f59ba24a-0269-4c03-ada7-f67b10cacad7" providerId="ADAL" clId="{BFE90430-0F9B-4A23-9F15-E94BC88A2664}" dt="2025-10-16T08:59:00.032" v="242" actId="20577"/>
      <pc:docMkLst>
        <pc:docMk/>
      </pc:docMkLst>
      <pc:sldChg chg="modSp mod">
        <pc:chgData name="TEMRE, Yosef Asrat" userId="f59ba24a-0269-4c03-ada7-f67b10cacad7" providerId="ADAL" clId="{BFE90430-0F9B-4A23-9F15-E94BC88A2664}" dt="2025-10-16T08:55:04.416" v="151" actId="113"/>
        <pc:sldMkLst>
          <pc:docMk/>
          <pc:sldMk cId="0" sldId="1699"/>
        </pc:sldMkLst>
        <pc:spChg chg="mod">
          <ac:chgData name="TEMRE, Yosef Asrat" userId="f59ba24a-0269-4c03-ada7-f67b10cacad7" providerId="ADAL" clId="{BFE90430-0F9B-4A23-9F15-E94BC88A2664}" dt="2025-10-16T08:55:04.416" v="151" actId="113"/>
          <ac:spMkLst>
            <pc:docMk/>
            <pc:sldMk cId="0" sldId="1699"/>
            <ac:spMk id="3" creationId="{00000000-0000-0000-0000-000000000000}"/>
          </ac:spMkLst>
        </pc:spChg>
      </pc:sldChg>
      <pc:sldChg chg="modSp mod">
        <pc:chgData name="TEMRE, Yosef Asrat" userId="f59ba24a-0269-4c03-ada7-f67b10cacad7" providerId="ADAL" clId="{BFE90430-0F9B-4A23-9F15-E94BC88A2664}" dt="2025-10-16T08:54:40.278" v="149" actId="20577"/>
        <pc:sldMkLst>
          <pc:docMk/>
          <pc:sldMk cId="0" sldId="1700"/>
        </pc:sldMkLst>
        <pc:spChg chg="mod">
          <ac:chgData name="TEMRE, Yosef Asrat" userId="f59ba24a-0269-4c03-ada7-f67b10cacad7" providerId="ADAL" clId="{BFE90430-0F9B-4A23-9F15-E94BC88A2664}" dt="2025-10-16T08:54:40.278" v="149" actId="20577"/>
          <ac:spMkLst>
            <pc:docMk/>
            <pc:sldMk cId="0" sldId="1700"/>
            <ac:spMk id="3" creationId="{00000000-0000-0000-0000-000000000000}"/>
          </ac:spMkLst>
        </pc:spChg>
      </pc:sldChg>
      <pc:sldChg chg="modSp mod">
        <pc:chgData name="TEMRE, Yosef Asrat" userId="f59ba24a-0269-4c03-ada7-f67b10cacad7" providerId="ADAL" clId="{BFE90430-0F9B-4A23-9F15-E94BC88A2664}" dt="2025-10-16T08:59:00.032" v="242" actId="20577"/>
        <pc:sldMkLst>
          <pc:docMk/>
          <pc:sldMk cId="0" sldId="1701"/>
        </pc:sldMkLst>
        <pc:graphicFrameChg chg="mod modGraphic">
          <ac:chgData name="TEMRE, Yosef Asrat" userId="f59ba24a-0269-4c03-ada7-f67b10cacad7" providerId="ADAL" clId="{BFE90430-0F9B-4A23-9F15-E94BC88A2664}" dt="2025-10-16T08:59:00.032" v="242" actId="20577"/>
          <ac:graphicFrameMkLst>
            <pc:docMk/>
            <pc:sldMk cId="0" sldId="1701"/>
            <ac:graphicFrameMk id="3" creationId="{00000000-0000-0000-0000-000000000000}"/>
          </ac:graphicFrameMkLst>
        </pc:graphicFrame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4E658D3-4880-405C-9625-3D8D1B8E7BAF}" type="datetimeFigureOut">
              <a:rPr lang="en-US" smtClean="0"/>
              <a:t>10/16/2025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41A5381-FB79-4176-9866-E10AE825217B}" type="slidenum">
              <a:rPr lang="en-US" smtClean="0"/>
              <a:t>‹#›</a:t>
            </a:fld>
            <a:endParaRPr lang="en-US"/>
          </a:p>
        </p:txBody>
      </p:sp>
    </p:spTree>
    <p:extLst>
      <p:ext uri="{BB962C8B-B14F-4D97-AF65-F5344CB8AC3E}">
        <p14:creationId xmlns:p14="http://schemas.microsoft.com/office/powerpoint/2010/main" val="169425719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2.xml"/></Relationships>
</file>

<file path=ppt/slideLayouts/_rels/slideLayout3.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3.xml"/></Relationships>
</file>

<file path=ppt/slideLayouts/_rels/slideLayout4.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4.xml"/></Relationships>
</file>

<file path=ppt/slideLayouts/_rels/slideLayout5.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5.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Layout">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5428408A-8BF8-99D2-F97D-CD51B29B6E77}"/>
              </a:ext>
            </a:extLst>
          </p:cNvPr>
          <p:cNvPicPr>
            <a:picLocks noChangeAspect="1"/>
          </p:cNvPicPr>
          <p:nvPr userDrawn="1"/>
        </p:nvPicPr>
        <p:blipFill>
          <a:blip r:embed="rId2"/>
          <a:stretch>
            <a:fillRect/>
          </a:stretch>
        </p:blipFill>
        <p:spPr>
          <a:xfrm>
            <a:off x="-1487" y="-34506"/>
            <a:ext cx="12209254" cy="4572000"/>
          </a:xfrm>
          <a:prstGeom prst="rect">
            <a:avLst/>
          </a:prstGeom>
        </p:spPr>
      </p:pic>
      <p:sp>
        <p:nvSpPr>
          <p:cNvPr id="6" name="Subtitle 1">
            <a:extLst>
              <a:ext uri="{FF2B5EF4-FFF2-40B4-BE49-F238E27FC236}">
                <a16:creationId xmlns:a16="http://schemas.microsoft.com/office/drawing/2014/main" id="{64C2CEE0-D7BB-4FF5-8100-D77091DA031B}"/>
              </a:ext>
            </a:extLst>
          </p:cNvPr>
          <p:cNvSpPr>
            <a:spLocks noGrp="1"/>
          </p:cNvSpPr>
          <p:nvPr>
            <p:ph type="body" sz="quarter" idx="10"/>
          </p:nvPr>
        </p:nvSpPr>
        <p:spPr>
          <a:xfrm>
            <a:off x="783024" y="3062978"/>
            <a:ext cx="6874596" cy="914400"/>
          </a:xfrm>
        </p:spPr>
        <p:txBody>
          <a:bodyPr/>
          <a:lstStyle>
            <a:lvl1pPr marL="0" indent="0">
              <a:buNone/>
              <a:defRPr>
                <a:solidFill>
                  <a:schemeClr val="bg1"/>
                </a:solidFill>
              </a:defRPr>
            </a:lvl1pPr>
          </a:lstStyle>
          <a:p>
            <a:pPr lvl="0"/>
            <a:r>
              <a:rPr lang="en-US" dirty="0"/>
              <a:t>Click to edit Master text styles</a:t>
            </a:r>
          </a:p>
        </p:txBody>
      </p:sp>
      <p:sp>
        <p:nvSpPr>
          <p:cNvPr id="8" name="Title 1">
            <a:extLst>
              <a:ext uri="{FF2B5EF4-FFF2-40B4-BE49-F238E27FC236}">
                <a16:creationId xmlns:a16="http://schemas.microsoft.com/office/drawing/2014/main" id="{6ED94B88-53B3-4369-845C-02659BC1E760}"/>
              </a:ext>
            </a:extLst>
          </p:cNvPr>
          <p:cNvSpPr>
            <a:spLocks noGrp="1"/>
          </p:cNvSpPr>
          <p:nvPr>
            <p:ph type="title"/>
          </p:nvPr>
        </p:nvSpPr>
        <p:spPr>
          <a:xfrm>
            <a:off x="609600" y="1836738"/>
            <a:ext cx="10972800" cy="1143000"/>
          </a:xfrm>
        </p:spPr>
        <p:txBody>
          <a:bodyPr/>
          <a:lstStyle>
            <a:lvl1pPr>
              <a:defRPr/>
            </a:lvl1pPr>
          </a:lstStyle>
          <a:p>
            <a:r>
              <a:rPr lang="en-US" dirty="0"/>
              <a:t>Click to edit Master title style</a:t>
            </a:r>
          </a:p>
        </p:txBody>
      </p:sp>
      <p:sp>
        <p:nvSpPr>
          <p:cNvPr id="2" name="Rectangle 1">
            <a:extLst>
              <a:ext uri="{FF2B5EF4-FFF2-40B4-BE49-F238E27FC236}">
                <a16:creationId xmlns:a16="http://schemas.microsoft.com/office/drawing/2014/main" id="{A3AB50D7-DBFD-4A62-2450-617B4D0CECC4}"/>
              </a:ext>
            </a:extLst>
          </p:cNvPr>
          <p:cNvSpPr/>
          <p:nvPr userDrawn="1"/>
        </p:nvSpPr>
        <p:spPr>
          <a:xfrm>
            <a:off x="609600" y="4537494"/>
            <a:ext cx="4566249" cy="112143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solidFill>
            </a:endParaRPr>
          </a:p>
        </p:txBody>
      </p:sp>
    </p:spTree>
    <p:extLst>
      <p:ext uri="{BB962C8B-B14F-4D97-AF65-F5344CB8AC3E}">
        <p14:creationId xmlns:p14="http://schemas.microsoft.com/office/powerpoint/2010/main" val="277545681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a:defRPr sz="1800" b="0">
                <a:solidFill>
                  <a:schemeClr val="tx1"/>
                </a:solidFill>
              </a:defRPr>
            </a:lvl1pPr>
            <a:lvl2pPr>
              <a:defRPr sz="1500" b="0">
                <a:solidFill>
                  <a:schemeClr val="tx1"/>
                </a:solidFill>
              </a:defRPr>
            </a:lvl2pPr>
            <a:lvl3pPr>
              <a:defRPr sz="1350" b="0">
                <a:solidFill>
                  <a:schemeClr val="tx1"/>
                </a:solidFill>
              </a:defRPr>
            </a:lvl3pPr>
            <a:lvl4pPr>
              <a:defRPr>
                <a:solidFill>
                  <a:schemeClr val="tx1"/>
                </a:solidFill>
              </a:defRPr>
            </a:lvl4pPr>
            <a:lvl5pPr>
              <a:defRPr>
                <a:solidFill>
                  <a:schemeClr val="tx1"/>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4" name="Date Placeholder 3"/>
          <p:cNvSpPr>
            <a:spLocks noGrp="1"/>
          </p:cNvSpPr>
          <p:nvPr>
            <p:ph type="dt" sz="half" idx="10"/>
          </p:nvPr>
        </p:nvSpPr>
        <p:spPr>
          <a:xfrm>
            <a:off x="8880309" y="44624"/>
            <a:ext cx="2844800" cy="365125"/>
          </a:xfrm>
          <a:prstGeom prst="rect">
            <a:avLst/>
          </a:prstGeom>
        </p:spPr>
        <p:txBody>
          <a:bodyPr/>
          <a:lstStyle/>
          <a:p>
            <a:fld id="{4780838C-3F0F-4C56-A54B-E75BFAEF3EBF}" type="datetime1">
              <a:rPr lang="en-US" smtClean="0"/>
              <a:t>10/16/2025</a:t>
            </a:fld>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dirty="0"/>
          </a:p>
        </p:txBody>
      </p:sp>
      <p:sp>
        <p:nvSpPr>
          <p:cNvPr id="7" name="Title 1">
            <a:extLst>
              <a:ext uri="{FF2B5EF4-FFF2-40B4-BE49-F238E27FC236}">
                <a16:creationId xmlns:a16="http://schemas.microsoft.com/office/drawing/2014/main" id="{6E4CAB20-DFBA-4C8C-96F6-ED6B2E1DA1FD}"/>
              </a:ext>
            </a:extLst>
          </p:cNvPr>
          <p:cNvSpPr>
            <a:spLocks noGrp="1"/>
          </p:cNvSpPr>
          <p:nvPr>
            <p:ph type="title"/>
          </p:nvPr>
        </p:nvSpPr>
        <p:spPr>
          <a:xfrm>
            <a:off x="609600" y="161904"/>
            <a:ext cx="10972800" cy="1143000"/>
          </a:xfrm>
        </p:spPr>
        <p:txBody>
          <a:bodyPr/>
          <a:lstStyle/>
          <a:p>
            <a:r>
              <a:rPr lang="en-US" dirty="0"/>
              <a:t>Click to edit Master title style</a:t>
            </a:r>
            <a:endParaRPr lang="en-FI" dirty="0"/>
          </a:p>
        </p:txBody>
      </p:sp>
    </p:spTree>
    <p:custDataLst>
      <p:tags r:id="rId1"/>
    </p:custDataLst>
    <p:extLst>
      <p:ext uri="{BB962C8B-B14F-4D97-AF65-F5344CB8AC3E}">
        <p14:creationId xmlns:p14="http://schemas.microsoft.com/office/powerpoint/2010/main" val="411242713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Content Custom">
    <p:spTree>
      <p:nvGrpSpPr>
        <p:cNvPr id="1" name=""/>
        <p:cNvGrpSpPr/>
        <p:nvPr/>
      </p:nvGrpSpPr>
      <p:grpSpPr>
        <a:xfrm>
          <a:off x="0" y="0"/>
          <a:ext cx="0" cy="0"/>
          <a:chOff x="0" y="0"/>
          <a:chExt cx="0" cy="0"/>
        </a:xfrm>
      </p:grpSpPr>
      <p:sp>
        <p:nvSpPr>
          <p:cNvPr id="3" name="text_body"/>
          <p:cNvSpPr>
            <a:spLocks noGrp="1"/>
          </p:cNvSpPr>
          <p:nvPr>
            <p:ph idx="1"/>
          </p:nvPr>
        </p:nvSpPr>
        <p:spPr/>
        <p:txBody>
          <a:bodyPr/>
          <a:lstStyle>
            <a:lvl1pPr marL="0" indent="0">
              <a:buNone/>
              <a:defRPr sz="1800" b="0">
                <a:solidFill>
                  <a:schemeClr val="tx1"/>
                </a:solidFill>
              </a:defRPr>
            </a:lvl1pPr>
            <a:lvl2pPr>
              <a:defRPr sz="1500" b="0">
                <a:solidFill>
                  <a:schemeClr val="tx1"/>
                </a:solidFill>
              </a:defRPr>
            </a:lvl2pPr>
            <a:lvl3pPr>
              <a:defRPr sz="1350" b="0">
                <a:solidFill>
                  <a:schemeClr val="tx1"/>
                </a:solidFill>
              </a:defRPr>
            </a:lvl3pPr>
            <a:lvl4pPr>
              <a:defRPr>
                <a:solidFill>
                  <a:schemeClr val="tx1"/>
                </a:solidFill>
              </a:defRPr>
            </a:lvl4pPr>
            <a:lvl5pPr>
              <a:defRPr>
                <a:solidFill>
                  <a:schemeClr val="tx1"/>
                </a:solidFil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4" name="Date Placeholder 3"/>
          <p:cNvSpPr>
            <a:spLocks noGrp="1"/>
          </p:cNvSpPr>
          <p:nvPr>
            <p:ph type="dt" sz="half" idx="10"/>
          </p:nvPr>
        </p:nvSpPr>
        <p:spPr>
          <a:xfrm>
            <a:off x="8880309" y="44624"/>
            <a:ext cx="2844800" cy="365125"/>
          </a:xfrm>
          <a:prstGeom prst="rect">
            <a:avLst/>
          </a:prstGeom>
        </p:spPr>
        <p:txBody>
          <a:bodyPr/>
          <a:lstStyle/>
          <a:p>
            <a:fld id="{868C4E2E-3E78-4EB0-8872-48B82637C03A}" type="datetime1">
              <a:rPr lang="en-US" smtClean="0"/>
              <a:t>10/16/2025</a:t>
            </a:fld>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
        <p:nvSpPr>
          <p:cNvPr id="7" name="Title 1">
            <a:extLst>
              <a:ext uri="{FF2B5EF4-FFF2-40B4-BE49-F238E27FC236}">
                <a16:creationId xmlns:a16="http://schemas.microsoft.com/office/drawing/2014/main" id="{CCFA2143-B3B9-4EC7-BC35-3ABFA6F994ED}"/>
              </a:ext>
            </a:extLst>
          </p:cNvPr>
          <p:cNvSpPr>
            <a:spLocks noGrp="1"/>
          </p:cNvSpPr>
          <p:nvPr>
            <p:ph type="title"/>
          </p:nvPr>
        </p:nvSpPr>
        <p:spPr>
          <a:xfrm>
            <a:off x="609600" y="161904"/>
            <a:ext cx="10972800" cy="1143000"/>
          </a:xfrm>
        </p:spPr>
        <p:txBody>
          <a:bodyPr/>
          <a:lstStyle/>
          <a:p>
            <a:r>
              <a:rPr lang="en-US" dirty="0"/>
              <a:t>Click to edit Master title style</a:t>
            </a:r>
            <a:endParaRPr lang="en-FI" dirty="0"/>
          </a:p>
        </p:txBody>
      </p:sp>
    </p:spTree>
    <p:custDataLst>
      <p:tags r:id="rId1"/>
    </p:custDataLst>
    <p:extLst>
      <p:ext uri="{BB962C8B-B14F-4D97-AF65-F5344CB8AC3E}">
        <p14:creationId xmlns:p14="http://schemas.microsoft.com/office/powerpoint/2010/main" val="195424721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nd Table + Legend Custom">
    <p:spTree>
      <p:nvGrpSpPr>
        <p:cNvPr id="1" name=""/>
        <p:cNvGrpSpPr/>
        <p:nvPr/>
      </p:nvGrpSpPr>
      <p:grpSpPr>
        <a:xfrm>
          <a:off x="0" y="0"/>
          <a:ext cx="0" cy="0"/>
          <a:chOff x="0" y="0"/>
          <a:chExt cx="0" cy="0"/>
        </a:xfrm>
      </p:grpSpPr>
      <p:sp>
        <p:nvSpPr>
          <p:cNvPr id="3" name="Content Placeholder 2"/>
          <p:cNvSpPr>
            <a:spLocks noGrp="1"/>
          </p:cNvSpPr>
          <p:nvPr>
            <p:ph idx="1"/>
          </p:nvPr>
        </p:nvSpPr>
        <p:spPr>
          <a:xfrm>
            <a:off x="609600" y="1399035"/>
            <a:ext cx="10972800" cy="4525963"/>
          </a:xfrm>
        </p:spPr>
        <p:txBody>
          <a:bodyPr/>
          <a:lstStyle>
            <a:lvl1pPr marL="0" indent="0">
              <a:buNone/>
              <a:defRPr sz="1800" b="0">
                <a:solidFill>
                  <a:schemeClr val="tx1"/>
                </a:solidFill>
              </a:defRPr>
            </a:lvl1pPr>
            <a:lvl2pPr>
              <a:defRPr sz="1500" b="0">
                <a:solidFill>
                  <a:schemeClr val="tx1"/>
                </a:solidFill>
              </a:defRPr>
            </a:lvl2pPr>
            <a:lvl3pPr>
              <a:defRPr sz="1350" b="0">
                <a:solidFill>
                  <a:schemeClr val="tx1"/>
                </a:solidFill>
              </a:defRPr>
            </a:lvl3pPr>
            <a:lvl4pPr>
              <a:defRPr>
                <a:solidFill>
                  <a:schemeClr val="tx1"/>
                </a:solidFill>
              </a:defRPr>
            </a:lvl4pPr>
            <a:lvl5pPr>
              <a:defRPr>
                <a:solidFill>
                  <a:schemeClr val="tx1"/>
                </a:solidFil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4" name="Date Placeholder 3"/>
          <p:cNvSpPr>
            <a:spLocks noGrp="1"/>
          </p:cNvSpPr>
          <p:nvPr>
            <p:ph type="dt" sz="half" idx="10"/>
          </p:nvPr>
        </p:nvSpPr>
        <p:spPr>
          <a:xfrm>
            <a:off x="8880309" y="44624"/>
            <a:ext cx="2844800" cy="365125"/>
          </a:xfrm>
          <a:prstGeom prst="rect">
            <a:avLst/>
          </a:prstGeom>
        </p:spPr>
        <p:txBody>
          <a:bodyPr/>
          <a:lstStyle/>
          <a:p>
            <a:fld id="{A2811E2C-04DE-4A46-9DBA-B7D0553EFCE2}" type="datetime1">
              <a:rPr lang="en-US" smtClean="0"/>
              <a:t>10/16/2025</a:t>
            </a:fld>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
        <p:nvSpPr>
          <p:cNvPr id="7" name="Content Placeholder 2">
            <a:extLst>
              <a:ext uri="{FF2B5EF4-FFF2-40B4-BE49-F238E27FC236}">
                <a16:creationId xmlns:a16="http://schemas.microsoft.com/office/drawing/2014/main" id="{1454253E-E317-4374-BAC4-6FB2A0F0ED8C}"/>
              </a:ext>
            </a:extLst>
          </p:cNvPr>
          <p:cNvSpPr>
            <a:spLocks noGrp="1"/>
          </p:cNvSpPr>
          <p:nvPr>
            <p:ph idx="13"/>
          </p:nvPr>
        </p:nvSpPr>
        <p:spPr>
          <a:xfrm>
            <a:off x="10872216" y="1508760"/>
            <a:ext cx="1191221" cy="2218630"/>
          </a:xfrm>
        </p:spPr>
        <p:txBody>
          <a:bodyPr/>
          <a:lstStyle>
            <a:lvl1pPr marL="0" indent="0">
              <a:buNone/>
              <a:defRPr sz="1800" b="0">
                <a:solidFill>
                  <a:schemeClr val="tx1"/>
                </a:solidFill>
              </a:defRPr>
            </a:lvl1pPr>
            <a:lvl2pPr>
              <a:defRPr sz="1500" b="0">
                <a:solidFill>
                  <a:schemeClr val="tx1"/>
                </a:solidFill>
              </a:defRPr>
            </a:lvl2pPr>
            <a:lvl3pPr>
              <a:defRPr sz="1350" b="0">
                <a:solidFill>
                  <a:schemeClr val="tx1"/>
                </a:solidFill>
              </a:defRPr>
            </a:lvl3pPr>
            <a:lvl4pPr>
              <a:defRPr>
                <a:solidFill>
                  <a:schemeClr val="tx1"/>
                </a:solidFill>
              </a:defRPr>
            </a:lvl4pPr>
            <a:lvl5pPr>
              <a:defRPr>
                <a:solidFill>
                  <a:schemeClr val="tx1"/>
                </a:solidFil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8" name="Title 1">
            <a:extLst>
              <a:ext uri="{FF2B5EF4-FFF2-40B4-BE49-F238E27FC236}">
                <a16:creationId xmlns:a16="http://schemas.microsoft.com/office/drawing/2014/main" id="{54F30AE5-142E-4C25-87BA-B8565844BFEF}"/>
              </a:ext>
            </a:extLst>
          </p:cNvPr>
          <p:cNvSpPr>
            <a:spLocks noGrp="1"/>
          </p:cNvSpPr>
          <p:nvPr>
            <p:ph type="title"/>
          </p:nvPr>
        </p:nvSpPr>
        <p:spPr>
          <a:xfrm>
            <a:off x="609600" y="161904"/>
            <a:ext cx="10972800" cy="1143000"/>
          </a:xfrm>
        </p:spPr>
        <p:txBody>
          <a:bodyPr/>
          <a:lstStyle/>
          <a:p>
            <a:r>
              <a:rPr lang="en-US" dirty="0"/>
              <a:t>Click to edit Master title style</a:t>
            </a:r>
            <a:endParaRPr lang="en-FI" dirty="0"/>
          </a:p>
        </p:txBody>
      </p:sp>
    </p:spTree>
    <p:custDataLst>
      <p:tags r:id="rId1"/>
    </p:custDataLst>
    <p:extLst>
      <p:ext uri="{BB962C8B-B14F-4D97-AF65-F5344CB8AC3E}">
        <p14:creationId xmlns:p14="http://schemas.microsoft.com/office/powerpoint/2010/main" val="244113133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nd Image Custom">
    <p:spTree>
      <p:nvGrpSpPr>
        <p:cNvPr id="1" name=""/>
        <p:cNvGrpSpPr/>
        <p:nvPr/>
      </p:nvGrpSpPr>
      <p:grpSpPr>
        <a:xfrm>
          <a:off x="0" y="0"/>
          <a:ext cx="0" cy="0"/>
          <a:chOff x="0" y="0"/>
          <a:chExt cx="0" cy="0"/>
        </a:xfrm>
      </p:grpSpPr>
      <p:sp>
        <p:nvSpPr>
          <p:cNvPr id="3" name="Content Placeholder 2"/>
          <p:cNvSpPr>
            <a:spLocks noGrp="1"/>
          </p:cNvSpPr>
          <p:nvPr>
            <p:ph idx="1"/>
          </p:nvPr>
        </p:nvSpPr>
        <p:spPr>
          <a:xfrm>
            <a:off x="609600" y="1036320"/>
            <a:ext cx="10972800" cy="4924865"/>
          </a:xfrm>
        </p:spPr>
        <p:txBody>
          <a:bodyPr/>
          <a:lstStyle>
            <a:lvl1pPr marL="0" indent="0">
              <a:buNone/>
              <a:defRPr sz="1800" b="0">
                <a:solidFill>
                  <a:schemeClr val="tx1"/>
                </a:solidFill>
              </a:defRPr>
            </a:lvl1pPr>
            <a:lvl2pPr>
              <a:defRPr sz="1500" b="0">
                <a:solidFill>
                  <a:schemeClr val="tx1"/>
                </a:solidFill>
              </a:defRPr>
            </a:lvl2pPr>
            <a:lvl3pPr>
              <a:defRPr sz="1350" b="0">
                <a:solidFill>
                  <a:schemeClr val="tx1"/>
                </a:solidFill>
              </a:defRPr>
            </a:lvl3pPr>
            <a:lvl4pPr>
              <a:defRPr>
                <a:solidFill>
                  <a:schemeClr val="tx1"/>
                </a:solidFill>
              </a:defRPr>
            </a:lvl4pPr>
            <a:lvl5pPr>
              <a:defRPr>
                <a:solidFill>
                  <a:schemeClr val="tx1"/>
                </a:solidFil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4" name="Date Placeholder 3"/>
          <p:cNvSpPr>
            <a:spLocks noGrp="1"/>
          </p:cNvSpPr>
          <p:nvPr>
            <p:ph type="dt" sz="half" idx="10"/>
          </p:nvPr>
        </p:nvSpPr>
        <p:spPr>
          <a:xfrm>
            <a:off x="8880309" y="44624"/>
            <a:ext cx="2844800" cy="365125"/>
          </a:xfrm>
          <a:prstGeom prst="rect">
            <a:avLst/>
          </a:prstGeom>
        </p:spPr>
        <p:txBody>
          <a:bodyPr/>
          <a:lstStyle/>
          <a:p>
            <a:fld id="{593788E6-9A74-4943-A0AF-90283E3D6202}" type="datetime1">
              <a:rPr lang="en-US" smtClean="0"/>
              <a:t>10/16/2025</a:t>
            </a:fld>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
        <p:nvSpPr>
          <p:cNvPr id="7" name="Title 1">
            <a:extLst>
              <a:ext uri="{FF2B5EF4-FFF2-40B4-BE49-F238E27FC236}">
                <a16:creationId xmlns:a16="http://schemas.microsoft.com/office/drawing/2014/main" id="{EDAC0E46-F1A5-4422-A5E2-124A22C145CD}"/>
              </a:ext>
            </a:extLst>
          </p:cNvPr>
          <p:cNvSpPr>
            <a:spLocks noGrp="1"/>
          </p:cNvSpPr>
          <p:nvPr>
            <p:ph type="title"/>
          </p:nvPr>
        </p:nvSpPr>
        <p:spPr>
          <a:xfrm>
            <a:off x="609600" y="161904"/>
            <a:ext cx="10972800" cy="1143000"/>
          </a:xfrm>
        </p:spPr>
        <p:txBody>
          <a:bodyPr/>
          <a:lstStyle/>
          <a:p>
            <a:r>
              <a:rPr lang="en-US" dirty="0"/>
              <a:t>Click to edit Master title style</a:t>
            </a:r>
            <a:endParaRPr lang="en-FI" dirty="0"/>
          </a:p>
        </p:txBody>
      </p:sp>
    </p:spTree>
    <p:custDataLst>
      <p:tags r:id="rId1"/>
    </p:custDataLst>
    <p:extLst>
      <p:ext uri="{BB962C8B-B14F-4D97-AF65-F5344CB8AC3E}">
        <p14:creationId xmlns:p14="http://schemas.microsoft.com/office/powerpoint/2010/main" val="303761373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3"/>
            <a:ext cx="10363200" cy="1362075"/>
          </a:xfrm>
          <a:prstGeom prst="rect">
            <a:avLst/>
          </a:prstGeom>
        </p:spPr>
        <p:txBody>
          <a:bodyPr anchor="t"/>
          <a:lstStyle>
            <a:lvl1pPr algn="l">
              <a:defRPr sz="3000" b="1" cap="all">
                <a:solidFill>
                  <a:srgbClr val="0070C0"/>
                </a:solidFill>
              </a:defRPr>
            </a:lvl1pPr>
          </a:lstStyle>
          <a:p>
            <a:r>
              <a:rPr lang="en-US"/>
              <a:t>Click to edit Master title style</a:t>
            </a:r>
            <a:endParaRPr lang="en-GB"/>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Edit Master text styles</a:t>
            </a:r>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52526490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609600" y="1600203"/>
            <a:ext cx="5384800" cy="4525963"/>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4" name="Content Placeholder 3"/>
          <p:cNvSpPr>
            <a:spLocks noGrp="1"/>
          </p:cNvSpPr>
          <p:nvPr>
            <p:ph sz="half" idx="2"/>
          </p:nvPr>
        </p:nvSpPr>
        <p:spPr>
          <a:xfrm>
            <a:off x="6197600" y="1600203"/>
            <a:ext cx="5384800" cy="4525963"/>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p:cNvSpPr>
            <a:spLocks noGrp="1"/>
          </p:cNvSpPr>
          <p:nvPr>
            <p:ph type="dt" sz="half" idx="10"/>
          </p:nvPr>
        </p:nvSpPr>
        <p:spPr>
          <a:xfrm>
            <a:off x="8880000" y="36001"/>
            <a:ext cx="2844800" cy="365125"/>
          </a:xfrm>
          <a:prstGeom prst="rect">
            <a:avLst/>
          </a:prstGeom>
        </p:spPr>
        <p:txBody>
          <a:bodyPr/>
          <a:lstStyle/>
          <a:p>
            <a:fld id="{C820DED6-3765-4534-B532-0657F89EB4C9}" type="datetime1">
              <a:rPr lang="en-US" smtClean="0"/>
              <a:t>10/16/2025</a:t>
            </a:fld>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
        <p:nvSpPr>
          <p:cNvPr id="8" name="Title 1">
            <a:extLst>
              <a:ext uri="{FF2B5EF4-FFF2-40B4-BE49-F238E27FC236}">
                <a16:creationId xmlns:a16="http://schemas.microsoft.com/office/drawing/2014/main" id="{B50E7B5A-8A94-4419-B81A-97E029AE4A8C}"/>
              </a:ext>
            </a:extLst>
          </p:cNvPr>
          <p:cNvSpPr>
            <a:spLocks noGrp="1"/>
          </p:cNvSpPr>
          <p:nvPr>
            <p:ph type="title"/>
          </p:nvPr>
        </p:nvSpPr>
        <p:spPr>
          <a:xfrm>
            <a:off x="466891" y="116632"/>
            <a:ext cx="11258218" cy="1143000"/>
          </a:xfrm>
          <a:prstGeom prst="rect">
            <a:avLst/>
          </a:prstGeom>
        </p:spPr>
        <p:txBody>
          <a:bodyPr>
            <a:normAutofit/>
          </a:bodyPr>
          <a:lstStyle>
            <a:lvl1pPr>
              <a:defRPr sz="2700"/>
            </a:lvl1pPr>
          </a:lstStyle>
          <a:p>
            <a:r>
              <a:rPr lang="en-US" dirty="0"/>
              <a:t>Click to edit Master title style</a:t>
            </a:r>
            <a:endParaRPr lang="en-GB" dirty="0"/>
          </a:p>
        </p:txBody>
      </p:sp>
    </p:spTree>
    <p:extLst>
      <p:ext uri="{BB962C8B-B14F-4D97-AF65-F5344CB8AC3E}">
        <p14:creationId xmlns:p14="http://schemas.microsoft.com/office/powerpoint/2010/main" val="63705878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wo Content Custom">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609600" y="1600203"/>
            <a:ext cx="5384800" cy="4525963"/>
          </a:xfrm>
        </p:spPr>
        <p:txBody>
          <a:bodyPr/>
          <a:lstStyle>
            <a:lvl1pPr>
              <a:defRPr sz="2100" b="0"/>
            </a:lvl1pPr>
            <a:lvl2pPr>
              <a:defRPr sz="1800" b="0"/>
            </a:lvl2pPr>
            <a:lvl3pPr>
              <a:defRPr sz="1500" b="0"/>
            </a:lvl3pPr>
            <a:lvl4pPr>
              <a:defRPr sz="1350" b="0"/>
            </a:lvl4pPr>
            <a:lvl5pPr>
              <a:defRPr sz="1350" b="0"/>
            </a:lvl5pPr>
            <a:lvl6pPr>
              <a:defRPr sz="1350"/>
            </a:lvl6pPr>
            <a:lvl7pPr>
              <a:defRPr sz="1350"/>
            </a:lvl7pPr>
            <a:lvl8pPr>
              <a:defRPr sz="1350"/>
            </a:lvl8pPr>
            <a:lvl9pPr>
              <a:defRPr sz="1350"/>
            </a:lvl9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4" name="Content Placeholder 3"/>
          <p:cNvSpPr>
            <a:spLocks noGrp="1"/>
          </p:cNvSpPr>
          <p:nvPr>
            <p:ph sz="half" idx="2"/>
          </p:nvPr>
        </p:nvSpPr>
        <p:spPr>
          <a:xfrm>
            <a:off x="6197600" y="1600203"/>
            <a:ext cx="5384800" cy="4525963"/>
          </a:xfrm>
        </p:spPr>
        <p:txBody>
          <a:bodyPr/>
          <a:lstStyle>
            <a:lvl1pPr>
              <a:defRPr sz="2100" b="0"/>
            </a:lvl1pPr>
            <a:lvl2pPr>
              <a:defRPr sz="1800" b="0"/>
            </a:lvl2pPr>
            <a:lvl3pPr>
              <a:defRPr sz="1500" b="0"/>
            </a:lvl3pPr>
            <a:lvl4pPr>
              <a:defRPr sz="1350" b="0"/>
            </a:lvl4pPr>
            <a:lvl5pPr>
              <a:defRPr sz="1350" b="0"/>
            </a:lvl5pPr>
            <a:lvl6pPr>
              <a:defRPr sz="1350"/>
            </a:lvl6pPr>
            <a:lvl7pPr>
              <a:defRPr sz="1350"/>
            </a:lvl7pPr>
            <a:lvl8pPr>
              <a:defRPr sz="1350"/>
            </a:lvl8pPr>
            <a:lvl9pPr>
              <a:defRPr sz="1350"/>
            </a:lvl9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5" name="Date Placeholder 4"/>
          <p:cNvSpPr>
            <a:spLocks noGrp="1"/>
          </p:cNvSpPr>
          <p:nvPr>
            <p:ph type="dt" sz="half" idx="10"/>
          </p:nvPr>
        </p:nvSpPr>
        <p:spPr>
          <a:xfrm>
            <a:off x="8880000" y="36001"/>
            <a:ext cx="2844800" cy="365125"/>
          </a:xfrm>
          <a:prstGeom prst="rect">
            <a:avLst/>
          </a:prstGeom>
        </p:spPr>
        <p:txBody>
          <a:bodyPr/>
          <a:lstStyle/>
          <a:p>
            <a:fld id="{3BEE57D4-7D8E-4CAC-A6F8-EA8D2D023BF8}" type="datetime1">
              <a:rPr lang="en-US" smtClean="0"/>
              <a:t>10/16/2025</a:t>
            </a:fld>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
        <p:nvSpPr>
          <p:cNvPr id="9" name="Title 1">
            <a:extLst>
              <a:ext uri="{FF2B5EF4-FFF2-40B4-BE49-F238E27FC236}">
                <a16:creationId xmlns:a16="http://schemas.microsoft.com/office/drawing/2014/main" id="{3CBAC482-A8EE-46B0-8692-517A7423EF00}"/>
              </a:ext>
            </a:extLst>
          </p:cNvPr>
          <p:cNvSpPr>
            <a:spLocks noGrp="1"/>
          </p:cNvSpPr>
          <p:nvPr>
            <p:ph type="title"/>
          </p:nvPr>
        </p:nvSpPr>
        <p:spPr>
          <a:xfrm>
            <a:off x="609600" y="161904"/>
            <a:ext cx="10972800" cy="1143000"/>
          </a:xfrm>
        </p:spPr>
        <p:txBody>
          <a:bodyPr/>
          <a:lstStyle/>
          <a:p>
            <a:r>
              <a:rPr lang="en-US" dirty="0"/>
              <a:t>Click to edit Master title style</a:t>
            </a:r>
            <a:endParaRPr lang="en-FI" dirty="0"/>
          </a:p>
        </p:txBody>
      </p:sp>
    </p:spTree>
    <p:extLst>
      <p:ext uri="{BB962C8B-B14F-4D97-AF65-F5344CB8AC3E}">
        <p14:creationId xmlns:p14="http://schemas.microsoft.com/office/powerpoint/2010/main" val="234958922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wo Content 2 Custom">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609600" y="1399898"/>
            <a:ext cx="10972800" cy="1828797"/>
          </a:xfrm>
        </p:spPr>
        <p:txBody>
          <a:bodyPr/>
          <a:lstStyle>
            <a:lvl1pPr>
              <a:defRPr sz="2100" b="0"/>
            </a:lvl1pPr>
            <a:lvl2pPr>
              <a:defRPr sz="1800" b="0"/>
            </a:lvl2pPr>
            <a:lvl3pPr>
              <a:defRPr sz="1500" b="0"/>
            </a:lvl3pPr>
            <a:lvl4pPr>
              <a:defRPr sz="1350" b="0"/>
            </a:lvl4pPr>
            <a:lvl5pPr>
              <a:defRPr sz="1350" b="0"/>
            </a:lvl5pPr>
            <a:lvl6pPr>
              <a:defRPr sz="1350"/>
            </a:lvl6pPr>
            <a:lvl7pPr>
              <a:defRPr sz="1350"/>
            </a:lvl7pPr>
            <a:lvl8pPr>
              <a:defRPr sz="1350"/>
            </a:lvl8pPr>
            <a:lvl9pPr>
              <a:defRPr sz="1350"/>
            </a:lvl9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4" name="Content Placeholder 3"/>
          <p:cNvSpPr>
            <a:spLocks noGrp="1"/>
          </p:cNvSpPr>
          <p:nvPr>
            <p:ph sz="half" idx="2"/>
          </p:nvPr>
        </p:nvSpPr>
        <p:spPr>
          <a:xfrm>
            <a:off x="609600" y="3611565"/>
            <a:ext cx="10972800" cy="2514601"/>
          </a:xfrm>
        </p:spPr>
        <p:txBody>
          <a:bodyPr/>
          <a:lstStyle>
            <a:lvl1pPr>
              <a:defRPr sz="2100" b="0"/>
            </a:lvl1pPr>
            <a:lvl2pPr>
              <a:defRPr sz="1800" b="0"/>
            </a:lvl2pPr>
            <a:lvl3pPr>
              <a:defRPr sz="1500" b="0"/>
            </a:lvl3pPr>
            <a:lvl4pPr>
              <a:defRPr sz="1350" b="0"/>
            </a:lvl4pPr>
            <a:lvl5pPr>
              <a:defRPr sz="1350" b="0"/>
            </a:lvl5pPr>
            <a:lvl6pPr>
              <a:defRPr sz="1350"/>
            </a:lvl6pPr>
            <a:lvl7pPr>
              <a:defRPr sz="1350"/>
            </a:lvl7pPr>
            <a:lvl8pPr>
              <a:defRPr sz="1350"/>
            </a:lvl8pPr>
            <a:lvl9pPr>
              <a:defRPr sz="1350"/>
            </a:lvl9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5" name="Date Placeholder 4"/>
          <p:cNvSpPr>
            <a:spLocks noGrp="1"/>
          </p:cNvSpPr>
          <p:nvPr>
            <p:ph type="dt" sz="half" idx="10"/>
          </p:nvPr>
        </p:nvSpPr>
        <p:spPr>
          <a:xfrm>
            <a:off x="8880000" y="36001"/>
            <a:ext cx="2844800" cy="365125"/>
          </a:xfrm>
          <a:prstGeom prst="rect">
            <a:avLst/>
          </a:prstGeom>
        </p:spPr>
        <p:txBody>
          <a:bodyPr/>
          <a:lstStyle/>
          <a:p>
            <a:fld id="{36DC5657-96FF-4603-9E96-6547A1338115}" type="datetime1">
              <a:rPr lang="en-US" smtClean="0"/>
              <a:t>10/16/2025</a:t>
            </a:fld>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
        <p:nvSpPr>
          <p:cNvPr id="9" name="Title 1">
            <a:extLst>
              <a:ext uri="{FF2B5EF4-FFF2-40B4-BE49-F238E27FC236}">
                <a16:creationId xmlns:a16="http://schemas.microsoft.com/office/drawing/2014/main" id="{2726C164-E959-4FFE-83BE-0B5745E96A4C}"/>
              </a:ext>
            </a:extLst>
          </p:cNvPr>
          <p:cNvSpPr>
            <a:spLocks noGrp="1"/>
          </p:cNvSpPr>
          <p:nvPr>
            <p:ph type="title"/>
          </p:nvPr>
        </p:nvSpPr>
        <p:spPr>
          <a:xfrm>
            <a:off x="609600" y="161904"/>
            <a:ext cx="10972800" cy="1143000"/>
          </a:xfrm>
        </p:spPr>
        <p:txBody>
          <a:bodyPr/>
          <a:lstStyle/>
          <a:p>
            <a:r>
              <a:rPr lang="en-US" dirty="0"/>
              <a:t>Click to edit Master title style</a:t>
            </a:r>
            <a:endParaRPr lang="en-FI" dirty="0"/>
          </a:p>
        </p:txBody>
      </p:sp>
    </p:spTree>
    <p:extLst>
      <p:ext uri="{BB962C8B-B14F-4D97-AF65-F5344CB8AC3E}">
        <p14:creationId xmlns:p14="http://schemas.microsoft.com/office/powerpoint/2010/main" val="91077917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609600" y="1535113"/>
            <a:ext cx="5386917" cy="639762"/>
          </a:xfrm>
        </p:spPr>
        <p:txBody>
          <a:bodyPr anchor="b"/>
          <a:lstStyle>
            <a:lvl1pPr marL="0" indent="0">
              <a:buNone/>
              <a:defRPr sz="1800" b="1">
                <a:solidFill>
                  <a:srgbClr val="0070C0"/>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Edit Master text styles</a:t>
            </a:r>
          </a:p>
        </p:txBody>
      </p:sp>
      <p:sp>
        <p:nvSpPr>
          <p:cNvPr id="4" name="Content Placeholder 3"/>
          <p:cNvSpPr>
            <a:spLocks noGrp="1"/>
          </p:cNvSpPr>
          <p:nvPr>
            <p:ph sz="half" idx="2"/>
          </p:nvPr>
        </p:nvSpPr>
        <p:spPr>
          <a:xfrm>
            <a:off x="609600" y="2174875"/>
            <a:ext cx="5386917"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5" name="Text Placeholder 4"/>
          <p:cNvSpPr>
            <a:spLocks noGrp="1"/>
          </p:cNvSpPr>
          <p:nvPr>
            <p:ph type="body" sz="quarter" idx="3"/>
          </p:nvPr>
        </p:nvSpPr>
        <p:spPr>
          <a:xfrm>
            <a:off x="6193369" y="1535113"/>
            <a:ext cx="5389033" cy="639762"/>
          </a:xfrm>
        </p:spPr>
        <p:txBody>
          <a:bodyPr anchor="b"/>
          <a:lstStyle>
            <a:lvl1pPr marL="0" indent="0">
              <a:buNone/>
              <a:defRPr sz="1800" b="1">
                <a:solidFill>
                  <a:srgbClr val="0070C0"/>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Edit Master text styles</a:t>
            </a:r>
          </a:p>
        </p:txBody>
      </p:sp>
      <p:sp>
        <p:nvSpPr>
          <p:cNvPr id="6" name="Content Placeholder 5"/>
          <p:cNvSpPr>
            <a:spLocks noGrp="1"/>
          </p:cNvSpPr>
          <p:nvPr>
            <p:ph sz="quarter" idx="4"/>
          </p:nvPr>
        </p:nvSpPr>
        <p:spPr>
          <a:xfrm>
            <a:off x="6193369" y="2174875"/>
            <a:ext cx="5389033"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p:cNvSpPr>
            <a:spLocks noGrp="1"/>
          </p:cNvSpPr>
          <p:nvPr>
            <p:ph type="dt" sz="half" idx="10"/>
          </p:nvPr>
        </p:nvSpPr>
        <p:spPr>
          <a:xfrm>
            <a:off x="8880000" y="36001"/>
            <a:ext cx="2844800" cy="365125"/>
          </a:xfrm>
          <a:prstGeom prst="rect">
            <a:avLst/>
          </a:prstGeom>
        </p:spPr>
        <p:txBody>
          <a:bodyPr/>
          <a:lstStyle/>
          <a:p>
            <a:fld id="{34D34F35-57AC-4AAB-AFB8-8AD2BF1D474A}" type="datetime1">
              <a:rPr lang="en-US" smtClean="0"/>
              <a:t>10/16/2025</a:t>
            </a:fld>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
        <p:nvSpPr>
          <p:cNvPr id="11" name="Title 1">
            <a:extLst>
              <a:ext uri="{FF2B5EF4-FFF2-40B4-BE49-F238E27FC236}">
                <a16:creationId xmlns:a16="http://schemas.microsoft.com/office/drawing/2014/main" id="{C8C00DE5-D6C4-4453-9FB6-84EB61F43BE9}"/>
              </a:ext>
            </a:extLst>
          </p:cNvPr>
          <p:cNvSpPr>
            <a:spLocks noGrp="1"/>
          </p:cNvSpPr>
          <p:nvPr>
            <p:ph type="title"/>
          </p:nvPr>
        </p:nvSpPr>
        <p:spPr>
          <a:xfrm>
            <a:off x="609600" y="161904"/>
            <a:ext cx="10972800" cy="1143000"/>
          </a:xfrm>
        </p:spPr>
        <p:txBody>
          <a:bodyPr/>
          <a:lstStyle/>
          <a:p>
            <a:r>
              <a:rPr lang="en-US" dirty="0"/>
              <a:t>Click to edit Master title style</a:t>
            </a:r>
            <a:endParaRPr lang="en-FI" dirty="0"/>
          </a:p>
        </p:txBody>
      </p:sp>
    </p:spTree>
    <p:extLst>
      <p:ext uri="{BB962C8B-B14F-4D97-AF65-F5344CB8AC3E}">
        <p14:creationId xmlns:p14="http://schemas.microsoft.com/office/powerpoint/2010/main" val="78430395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3" name="Date Placeholder 2"/>
          <p:cNvSpPr>
            <a:spLocks noGrp="1"/>
          </p:cNvSpPr>
          <p:nvPr>
            <p:ph type="dt" sz="half" idx="10"/>
          </p:nvPr>
        </p:nvSpPr>
        <p:spPr>
          <a:xfrm>
            <a:off x="8880000" y="36001"/>
            <a:ext cx="2844800" cy="365125"/>
          </a:xfrm>
          <a:prstGeom prst="rect">
            <a:avLst/>
          </a:prstGeom>
        </p:spPr>
        <p:txBody>
          <a:bodyPr/>
          <a:lstStyle/>
          <a:p>
            <a:fld id="{1C6CF003-7403-4364-812A-C53D3E68CF64}" type="datetime1">
              <a:rPr lang="en-US" smtClean="0"/>
              <a:t>10/16/2025</a:t>
            </a:fld>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
        <p:nvSpPr>
          <p:cNvPr id="7" name="Title 1">
            <a:extLst>
              <a:ext uri="{FF2B5EF4-FFF2-40B4-BE49-F238E27FC236}">
                <a16:creationId xmlns:a16="http://schemas.microsoft.com/office/drawing/2014/main" id="{F768BD67-5475-42A8-A4B4-36BD4F066A4E}"/>
              </a:ext>
            </a:extLst>
          </p:cNvPr>
          <p:cNvSpPr>
            <a:spLocks noGrp="1"/>
          </p:cNvSpPr>
          <p:nvPr>
            <p:ph type="title"/>
          </p:nvPr>
        </p:nvSpPr>
        <p:spPr>
          <a:xfrm>
            <a:off x="609600" y="161904"/>
            <a:ext cx="10972800" cy="1143000"/>
          </a:xfrm>
        </p:spPr>
        <p:txBody>
          <a:bodyPr/>
          <a:lstStyle/>
          <a:p>
            <a:r>
              <a:rPr lang="en-US" dirty="0"/>
              <a:t>Click to edit Master title style</a:t>
            </a:r>
            <a:endParaRPr lang="en-FI" dirty="0"/>
          </a:p>
        </p:txBody>
      </p:sp>
    </p:spTree>
    <p:extLst>
      <p:ext uri="{BB962C8B-B14F-4D97-AF65-F5344CB8AC3E}">
        <p14:creationId xmlns:p14="http://schemas.microsoft.com/office/powerpoint/2010/main" val="28056516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8880000" y="36001"/>
            <a:ext cx="2844800" cy="365125"/>
          </a:xfrm>
          <a:prstGeom prst="rect">
            <a:avLst/>
          </a:prstGeom>
        </p:spPr>
        <p:txBody>
          <a:bodyPr/>
          <a:lstStyle/>
          <a:p>
            <a:fld id="{D79C06E5-F2B0-47D3-A6E8-A52CDE214C35}" type="datetime1">
              <a:rPr lang="en-US" smtClean="0"/>
              <a:t>10/16/2025</a:t>
            </a:fld>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773480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3" name="Content Placeholder 2"/>
          <p:cNvSpPr>
            <a:spLocks noGrp="1"/>
          </p:cNvSpPr>
          <p:nvPr>
            <p:ph idx="1"/>
          </p:nvPr>
        </p:nvSpPr>
        <p:spPr>
          <a:xfrm>
            <a:off x="4766733" y="1268760"/>
            <a:ext cx="6815667" cy="4857403"/>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4" name="Text Placeholder 3"/>
          <p:cNvSpPr>
            <a:spLocks noGrp="1"/>
          </p:cNvSpPr>
          <p:nvPr>
            <p:ph type="body" sz="half" idx="2"/>
          </p:nvPr>
        </p:nvSpPr>
        <p:spPr>
          <a:xfrm>
            <a:off x="609602" y="1268760"/>
            <a:ext cx="4011084" cy="4857403"/>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Edit Master text styles</a:t>
            </a:r>
          </a:p>
        </p:txBody>
      </p:sp>
      <p:sp>
        <p:nvSpPr>
          <p:cNvPr id="5" name="Date Placeholder 4"/>
          <p:cNvSpPr>
            <a:spLocks noGrp="1"/>
          </p:cNvSpPr>
          <p:nvPr>
            <p:ph type="dt" sz="half" idx="10"/>
          </p:nvPr>
        </p:nvSpPr>
        <p:spPr>
          <a:xfrm>
            <a:off x="8880000" y="36001"/>
            <a:ext cx="2844800" cy="365125"/>
          </a:xfrm>
          <a:prstGeom prst="rect">
            <a:avLst/>
          </a:prstGeom>
        </p:spPr>
        <p:txBody>
          <a:bodyPr/>
          <a:lstStyle/>
          <a:p>
            <a:fld id="{39ACB58B-10F4-424C-A445-BF4374629C10}" type="datetime1">
              <a:rPr lang="en-US" smtClean="0"/>
              <a:t>10/16/2025</a:t>
            </a:fld>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
        <p:nvSpPr>
          <p:cNvPr id="9" name="Title 1">
            <a:extLst>
              <a:ext uri="{FF2B5EF4-FFF2-40B4-BE49-F238E27FC236}">
                <a16:creationId xmlns:a16="http://schemas.microsoft.com/office/drawing/2014/main" id="{FC7CBFF2-52EA-42FC-9E65-B906936D3BD2}"/>
              </a:ext>
            </a:extLst>
          </p:cNvPr>
          <p:cNvSpPr>
            <a:spLocks noGrp="1"/>
          </p:cNvSpPr>
          <p:nvPr>
            <p:ph type="title"/>
          </p:nvPr>
        </p:nvSpPr>
        <p:spPr>
          <a:xfrm>
            <a:off x="609600" y="161904"/>
            <a:ext cx="10972800" cy="1143000"/>
          </a:xfrm>
        </p:spPr>
        <p:txBody>
          <a:bodyPr/>
          <a:lstStyle/>
          <a:p>
            <a:r>
              <a:rPr lang="en-US" dirty="0"/>
              <a:t>Click to edit Master title style</a:t>
            </a:r>
            <a:endParaRPr lang="en-FI" dirty="0"/>
          </a:p>
        </p:txBody>
      </p:sp>
    </p:spTree>
    <p:extLst>
      <p:ext uri="{BB962C8B-B14F-4D97-AF65-F5344CB8AC3E}">
        <p14:creationId xmlns:p14="http://schemas.microsoft.com/office/powerpoint/2010/main" val="80121772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a:prstGeom prst="rect">
            <a:avLst/>
          </a:prstGeom>
        </p:spPr>
        <p:txBody>
          <a:bodyPr anchor="b"/>
          <a:lstStyle>
            <a:lvl1pPr algn="l">
              <a:defRPr sz="1500" b="1">
                <a:solidFill>
                  <a:srgbClr val="0070C0"/>
                </a:solidFill>
              </a:defRPr>
            </a:lvl1pPr>
          </a:lstStyle>
          <a:p>
            <a:r>
              <a:rPr lang="en-US"/>
              <a:t>Click to edit Master title style</a:t>
            </a:r>
            <a:endParaRPr lang="en-GB"/>
          </a:p>
        </p:txBody>
      </p:sp>
      <p:sp>
        <p:nvSpPr>
          <p:cNvPr id="3" name="Picture Placeholder 2"/>
          <p:cNvSpPr>
            <a:spLocks noGrp="1"/>
          </p:cNvSpPr>
          <p:nvPr>
            <p:ph type="pic" idx="1"/>
          </p:nvPr>
        </p:nvSpPr>
        <p:spPr>
          <a:xfrm>
            <a:off x="2389717" y="612775"/>
            <a:ext cx="7315200" cy="4114800"/>
          </a:xfrm>
        </p:spPr>
        <p:txBody>
          <a:bodyPr/>
          <a:lstStyle>
            <a:lvl1pPr marL="0" indent="0">
              <a:buNone/>
              <a:defRPr sz="2400">
                <a:solidFill>
                  <a:schemeClr val="bg1"/>
                </a:solidFill>
              </a:defRPr>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endParaRPr lang="en-GB" dirty="0"/>
          </a:p>
        </p:txBody>
      </p:sp>
      <p:sp>
        <p:nvSpPr>
          <p:cNvPr id="4" name="Text Placeholder 3"/>
          <p:cNvSpPr>
            <a:spLocks noGrp="1"/>
          </p:cNvSpPr>
          <p:nvPr>
            <p:ph type="body" sz="half" idx="2"/>
          </p:nvPr>
        </p:nvSpPr>
        <p:spPr>
          <a:xfrm>
            <a:off x="2389717" y="5367338"/>
            <a:ext cx="7315200" cy="581942"/>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Edit Master text styles</a:t>
            </a:r>
          </a:p>
        </p:txBody>
      </p:sp>
      <p:sp>
        <p:nvSpPr>
          <p:cNvPr id="5" name="Date Placeholder 4"/>
          <p:cNvSpPr>
            <a:spLocks noGrp="1"/>
          </p:cNvSpPr>
          <p:nvPr>
            <p:ph type="dt" sz="half" idx="10"/>
          </p:nvPr>
        </p:nvSpPr>
        <p:spPr>
          <a:xfrm>
            <a:off x="8880000" y="36001"/>
            <a:ext cx="2844800" cy="365125"/>
          </a:xfrm>
          <a:prstGeom prst="rect">
            <a:avLst/>
          </a:prstGeom>
        </p:spPr>
        <p:txBody>
          <a:bodyPr/>
          <a:lstStyle/>
          <a:p>
            <a:fld id="{8035C2C3-DEFB-4B02-975D-80572CA7EC68}" type="datetime1">
              <a:rPr lang="en-US" smtClean="0"/>
              <a:t>10/16/2025</a:t>
            </a:fld>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93924157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and Vertical Text">
    <p:spTree>
      <p:nvGrpSpPr>
        <p:cNvPr id="1" name=""/>
        <p:cNvGrpSpPr/>
        <p:nvPr/>
      </p:nvGrpSpPr>
      <p:grpSpPr>
        <a:xfrm>
          <a:off x="0" y="0"/>
          <a:ext cx="0" cy="0"/>
          <a:chOff x="0" y="0"/>
          <a:chExt cx="0" cy="0"/>
        </a:xfrm>
      </p:grpSpPr>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a:xfrm>
            <a:off x="8880000" y="36001"/>
            <a:ext cx="2844800" cy="365125"/>
          </a:xfrm>
          <a:prstGeom prst="rect">
            <a:avLst/>
          </a:prstGeom>
        </p:spPr>
        <p:txBody>
          <a:bodyPr/>
          <a:lstStyle/>
          <a:p>
            <a:fld id="{6CD7B941-69E9-485A-A9E3-D4284E128DFE}" type="datetime1">
              <a:rPr lang="en-US" smtClean="0"/>
              <a:t>10/16/2025</a:t>
            </a:fld>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
        <p:nvSpPr>
          <p:cNvPr id="8" name="Title 1">
            <a:extLst>
              <a:ext uri="{FF2B5EF4-FFF2-40B4-BE49-F238E27FC236}">
                <a16:creationId xmlns:a16="http://schemas.microsoft.com/office/drawing/2014/main" id="{8BB2DE76-B807-483C-A205-88E9D939A3FE}"/>
              </a:ext>
            </a:extLst>
          </p:cNvPr>
          <p:cNvSpPr>
            <a:spLocks noGrp="1"/>
          </p:cNvSpPr>
          <p:nvPr>
            <p:ph type="title"/>
          </p:nvPr>
        </p:nvSpPr>
        <p:spPr>
          <a:xfrm>
            <a:off x="609600" y="161904"/>
            <a:ext cx="10972800" cy="1143000"/>
          </a:xfrm>
        </p:spPr>
        <p:txBody>
          <a:bodyPr/>
          <a:lstStyle/>
          <a:p>
            <a:r>
              <a:rPr lang="en-US" dirty="0"/>
              <a:t>Click to edit Master title style</a:t>
            </a:r>
            <a:endParaRPr lang="en-FI" dirty="0"/>
          </a:p>
        </p:txBody>
      </p:sp>
    </p:spTree>
    <p:extLst>
      <p:ext uri="{BB962C8B-B14F-4D97-AF65-F5344CB8AC3E}">
        <p14:creationId xmlns:p14="http://schemas.microsoft.com/office/powerpoint/2010/main" val="404868760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Table layout">
    <p:spTree>
      <p:nvGrpSpPr>
        <p:cNvPr id="1" name=""/>
        <p:cNvGrpSpPr/>
        <p:nvPr/>
      </p:nvGrpSpPr>
      <p:grpSpPr>
        <a:xfrm>
          <a:off x="0" y="0"/>
          <a:ext cx="0" cy="0"/>
          <a:chOff x="0" y="0"/>
          <a:chExt cx="0" cy="0"/>
        </a:xfrm>
      </p:grpSpPr>
      <p:sp>
        <p:nvSpPr>
          <p:cNvPr id="6" name="Table Placeholder 5"/>
          <p:cNvSpPr>
            <a:spLocks noGrp="1"/>
          </p:cNvSpPr>
          <p:nvPr>
            <p:ph type="tbl" sz="quarter" idx="10"/>
          </p:nvPr>
        </p:nvSpPr>
        <p:spPr>
          <a:xfrm>
            <a:off x="911425" y="1124747"/>
            <a:ext cx="10177131" cy="5040559"/>
          </a:xfrm>
        </p:spPr>
        <p:txBody>
          <a:bodyPr/>
          <a:lstStyle/>
          <a:p>
            <a:r>
              <a:rPr lang="en-US"/>
              <a:t>Click icon to add table</a:t>
            </a:r>
            <a:endParaRPr lang="en-GB"/>
          </a:p>
        </p:txBody>
      </p:sp>
      <p:sp>
        <p:nvSpPr>
          <p:cNvPr id="4" name="Title 1">
            <a:extLst>
              <a:ext uri="{FF2B5EF4-FFF2-40B4-BE49-F238E27FC236}">
                <a16:creationId xmlns:a16="http://schemas.microsoft.com/office/drawing/2014/main" id="{DDEEBAC8-B1E0-4886-AB2D-153086C29E8F}"/>
              </a:ext>
            </a:extLst>
          </p:cNvPr>
          <p:cNvSpPr>
            <a:spLocks noGrp="1"/>
          </p:cNvSpPr>
          <p:nvPr>
            <p:ph type="title"/>
          </p:nvPr>
        </p:nvSpPr>
        <p:spPr>
          <a:xfrm>
            <a:off x="609600" y="161904"/>
            <a:ext cx="10972800" cy="1143000"/>
          </a:xfrm>
        </p:spPr>
        <p:txBody>
          <a:bodyPr/>
          <a:lstStyle/>
          <a:p>
            <a:r>
              <a:rPr lang="en-US" dirty="0"/>
              <a:t>Click to edit Master title style</a:t>
            </a:r>
            <a:endParaRPr lang="en-FI" dirty="0"/>
          </a:p>
        </p:txBody>
      </p:sp>
      <p:sp>
        <p:nvSpPr>
          <p:cNvPr id="2" name="Date Placeholder 1">
            <a:extLst>
              <a:ext uri="{FF2B5EF4-FFF2-40B4-BE49-F238E27FC236}">
                <a16:creationId xmlns:a16="http://schemas.microsoft.com/office/drawing/2014/main" id="{E0F40AFA-7E5B-4712-9D56-F8EC8EB9F889}"/>
              </a:ext>
            </a:extLst>
          </p:cNvPr>
          <p:cNvSpPr>
            <a:spLocks noGrp="1"/>
          </p:cNvSpPr>
          <p:nvPr>
            <p:ph type="dt" sz="half" idx="11"/>
          </p:nvPr>
        </p:nvSpPr>
        <p:spPr/>
        <p:txBody>
          <a:bodyPr/>
          <a:lstStyle/>
          <a:p>
            <a:fld id="{6C0063D3-2A43-4DB9-8D47-89A6771FB05A}" type="datetime1">
              <a:rPr lang="en-US" smtClean="0"/>
              <a:t>10/16/2025</a:t>
            </a:fld>
            <a:endParaRPr lang="en-US"/>
          </a:p>
        </p:txBody>
      </p:sp>
      <p:sp>
        <p:nvSpPr>
          <p:cNvPr id="3" name="Slide Number Placeholder 2">
            <a:extLst>
              <a:ext uri="{FF2B5EF4-FFF2-40B4-BE49-F238E27FC236}">
                <a16:creationId xmlns:a16="http://schemas.microsoft.com/office/drawing/2014/main" id="{736A8863-5F70-4C97-98BD-09D9B971BC33}"/>
              </a:ext>
            </a:extLst>
          </p:cNvPr>
          <p:cNvSpPr>
            <a:spLocks noGrp="1"/>
          </p:cNvSpPr>
          <p:nvPr>
            <p:ph type="sldNum" sz="quarter" idx="12"/>
          </p:nvPr>
        </p:nvSpPr>
        <p:spPr/>
        <p:txBody>
          <a:bodyPr/>
          <a:lstStyle/>
          <a:p>
            <a:fld id="{C5EF2332-01BF-834F-8236-50238282D533}" type="slidenum">
              <a:rPr lang="en-US" smtClean="0"/>
              <a:pPr/>
              <a:t>‹#›</a:t>
            </a:fld>
            <a:endParaRPr lang="en-US" dirty="0"/>
          </a:p>
        </p:txBody>
      </p:sp>
    </p:spTree>
    <p:extLst>
      <p:ext uri="{BB962C8B-B14F-4D97-AF65-F5344CB8AC3E}">
        <p14:creationId xmlns:p14="http://schemas.microsoft.com/office/powerpoint/2010/main" val="25317634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itle and content no lower bar">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32F60A20-0281-4C43-BE27-B924D0E7ED17}"/>
              </a:ext>
            </a:extLst>
          </p:cNvPr>
          <p:cNvSpPr/>
          <p:nvPr userDrawn="1"/>
        </p:nvSpPr>
        <p:spPr>
          <a:xfrm>
            <a:off x="0" y="5877768"/>
            <a:ext cx="12192000" cy="980232"/>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FI"/>
          </a:p>
        </p:txBody>
      </p:sp>
      <p:sp>
        <p:nvSpPr>
          <p:cNvPr id="3" name="Slide Number Placeholder 2">
            <a:extLst>
              <a:ext uri="{FF2B5EF4-FFF2-40B4-BE49-F238E27FC236}">
                <a16:creationId xmlns:a16="http://schemas.microsoft.com/office/drawing/2014/main" id="{089F1B26-40E6-4CAE-8C6C-21FFFE4BD390}"/>
              </a:ext>
            </a:extLst>
          </p:cNvPr>
          <p:cNvSpPr>
            <a:spLocks noGrp="1"/>
          </p:cNvSpPr>
          <p:nvPr>
            <p:ph type="sldNum" sz="quarter" idx="10"/>
          </p:nvPr>
        </p:nvSpPr>
        <p:spPr/>
        <p:txBody>
          <a:bodyPr/>
          <a:lstStyle/>
          <a:p>
            <a:fld id="{C5EF2332-01BF-834F-8236-50238282D533}" type="slidenum">
              <a:rPr lang="en-US" smtClean="0"/>
              <a:t>‹#›</a:t>
            </a:fld>
            <a:endParaRPr lang="en-US"/>
          </a:p>
        </p:txBody>
      </p:sp>
      <p:sp>
        <p:nvSpPr>
          <p:cNvPr id="4" name="Date Placeholder 3">
            <a:extLst>
              <a:ext uri="{FF2B5EF4-FFF2-40B4-BE49-F238E27FC236}">
                <a16:creationId xmlns:a16="http://schemas.microsoft.com/office/drawing/2014/main" id="{2FD4EB5F-BBDF-43AA-B322-DBC2BE28694D}"/>
              </a:ext>
            </a:extLst>
          </p:cNvPr>
          <p:cNvSpPr>
            <a:spLocks noGrp="1"/>
          </p:cNvSpPr>
          <p:nvPr>
            <p:ph type="dt" sz="half" idx="11"/>
          </p:nvPr>
        </p:nvSpPr>
        <p:spPr/>
        <p:txBody>
          <a:bodyPr/>
          <a:lstStyle/>
          <a:p>
            <a:fld id="{77ACC131-13CF-4DFC-9B0D-CFEF39A54BC4}" type="datetime1">
              <a:rPr lang="en-US" smtClean="0"/>
              <a:t>10/16/2025</a:t>
            </a:fld>
            <a:endParaRPr lang="en-US"/>
          </a:p>
        </p:txBody>
      </p:sp>
      <p:sp>
        <p:nvSpPr>
          <p:cNvPr id="7" name="Content Placeholder 2">
            <a:extLst>
              <a:ext uri="{FF2B5EF4-FFF2-40B4-BE49-F238E27FC236}">
                <a16:creationId xmlns:a16="http://schemas.microsoft.com/office/drawing/2014/main" id="{483863AB-DB4E-4C36-8CA5-17ACC71D4FE8}"/>
              </a:ext>
            </a:extLst>
          </p:cNvPr>
          <p:cNvSpPr>
            <a:spLocks noGrp="1"/>
          </p:cNvSpPr>
          <p:nvPr>
            <p:ph idx="1"/>
          </p:nvPr>
        </p:nvSpPr>
        <p:spPr>
          <a:xfrm>
            <a:off x="609600" y="1600203"/>
            <a:ext cx="10972800" cy="4525963"/>
          </a:xfrm>
        </p:spPr>
        <p:txBody>
          <a:bodyPr/>
          <a:lstStyle>
            <a:lvl1pPr>
              <a:defRPr sz="1800" b="0">
                <a:solidFill>
                  <a:schemeClr val="tx1"/>
                </a:solidFill>
              </a:defRPr>
            </a:lvl1pPr>
            <a:lvl2pPr>
              <a:defRPr sz="1500" b="0">
                <a:solidFill>
                  <a:schemeClr val="tx1"/>
                </a:solidFill>
              </a:defRPr>
            </a:lvl2pPr>
            <a:lvl3pPr>
              <a:defRPr sz="1350" b="0">
                <a:solidFill>
                  <a:schemeClr val="tx1"/>
                </a:solidFill>
              </a:defRPr>
            </a:lvl3pPr>
            <a:lvl4pPr>
              <a:defRPr>
                <a:solidFill>
                  <a:schemeClr val="tx1"/>
                </a:solidFill>
              </a:defRPr>
            </a:lvl4pPr>
            <a:lvl5pPr>
              <a:defRPr>
                <a:solidFill>
                  <a:schemeClr val="tx1"/>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9" name="Title 1">
            <a:extLst>
              <a:ext uri="{FF2B5EF4-FFF2-40B4-BE49-F238E27FC236}">
                <a16:creationId xmlns:a16="http://schemas.microsoft.com/office/drawing/2014/main" id="{FC9FE2E9-EA17-4993-81DE-DC9234476217}"/>
              </a:ext>
            </a:extLst>
          </p:cNvPr>
          <p:cNvSpPr>
            <a:spLocks noGrp="1"/>
          </p:cNvSpPr>
          <p:nvPr>
            <p:ph type="title"/>
          </p:nvPr>
        </p:nvSpPr>
        <p:spPr>
          <a:xfrm>
            <a:off x="609600" y="161904"/>
            <a:ext cx="10972800" cy="1143000"/>
          </a:xfrm>
        </p:spPr>
        <p:txBody>
          <a:bodyPr/>
          <a:lstStyle/>
          <a:p>
            <a:r>
              <a:rPr lang="en-US" dirty="0"/>
              <a:t>Click to edit Master title style</a:t>
            </a:r>
            <a:endParaRPr lang="en-FI" dirty="0"/>
          </a:p>
        </p:txBody>
      </p:sp>
    </p:spTree>
    <p:extLst>
      <p:ext uri="{BB962C8B-B14F-4D97-AF65-F5344CB8AC3E}">
        <p14:creationId xmlns:p14="http://schemas.microsoft.com/office/powerpoint/2010/main" val="56910342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able layout no lower bar">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A39025CA-D659-4F0E-B2BC-5670EA697D78}"/>
              </a:ext>
            </a:extLst>
          </p:cNvPr>
          <p:cNvSpPr/>
          <p:nvPr userDrawn="1"/>
        </p:nvSpPr>
        <p:spPr>
          <a:xfrm>
            <a:off x="0" y="5877768"/>
            <a:ext cx="12192000" cy="980232"/>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FI"/>
          </a:p>
        </p:txBody>
      </p:sp>
      <p:sp>
        <p:nvSpPr>
          <p:cNvPr id="4" name="Date Placeholder 3">
            <a:extLst>
              <a:ext uri="{FF2B5EF4-FFF2-40B4-BE49-F238E27FC236}">
                <a16:creationId xmlns:a16="http://schemas.microsoft.com/office/drawing/2014/main" id="{EA1446E3-8C4A-42E7-BE9B-A20FE15EBB4D}"/>
              </a:ext>
            </a:extLst>
          </p:cNvPr>
          <p:cNvSpPr>
            <a:spLocks noGrp="1"/>
          </p:cNvSpPr>
          <p:nvPr>
            <p:ph type="dt" sz="half" idx="11"/>
          </p:nvPr>
        </p:nvSpPr>
        <p:spPr/>
        <p:txBody>
          <a:bodyPr/>
          <a:lstStyle/>
          <a:p>
            <a:fld id="{D1284D54-D95C-4925-AA43-1C4AD3526BE4}" type="datetime1">
              <a:rPr lang="en-US" smtClean="0"/>
              <a:t>10/16/2025</a:t>
            </a:fld>
            <a:endParaRPr lang="en-US"/>
          </a:p>
        </p:txBody>
      </p:sp>
      <p:sp>
        <p:nvSpPr>
          <p:cNvPr id="5" name="Table Placeholder 5">
            <a:extLst>
              <a:ext uri="{FF2B5EF4-FFF2-40B4-BE49-F238E27FC236}">
                <a16:creationId xmlns:a16="http://schemas.microsoft.com/office/drawing/2014/main" id="{FA838B6A-6053-4332-A15B-E3F8897A0702}"/>
              </a:ext>
            </a:extLst>
          </p:cNvPr>
          <p:cNvSpPr>
            <a:spLocks noGrp="1"/>
          </p:cNvSpPr>
          <p:nvPr>
            <p:ph type="tbl" sz="quarter" idx="12"/>
          </p:nvPr>
        </p:nvSpPr>
        <p:spPr>
          <a:xfrm>
            <a:off x="911425" y="1124747"/>
            <a:ext cx="10177131" cy="5040559"/>
          </a:xfrm>
        </p:spPr>
        <p:txBody>
          <a:bodyPr/>
          <a:lstStyle/>
          <a:p>
            <a:r>
              <a:rPr lang="en-US"/>
              <a:t>Click icon to add table</a:t>
            </a:r>
            <a:endParaRPr lang="en-GB"/>
          </a:p>
        </p:txBody>
      </p:sp>
      <p:sp>
        <p:nvSpPr>
          <p:cNvPr id="8" name="Title 1">
            <a:extLst>
              <a:ext uri="{FF2B5EF4-FFF2-40B4-BE49-F238E27FC236}">
                <a16:creationId xmlns:a16="http://schemas.microsoft.com/office/drawing/2014/main" id="{FE78A6AA-4739-4B5C-AD8B-DCA3F0FE9610}"/>
              </a:ext>
            </a:extLst>
          </p:cNvPr>
          <p:cNvSpPr>
            <a:spLocks noGrp="1"/>
          </p:cNvSpPr>
          <p:nvPr>
            <p:ph type="title"/>
          </p:nvPr>
        </p:nvSpPr>
        <p:spPr>
          <a:xfrm>
            <a:off x="609600" y="161904"/>
            <a:ext cx="10972800" cy="1143000"/>
          </a:xfrm>
        </p:spPr>
        <p:txBody>
          <a:bodyPr/>
          <a:lstStyle/>
          <a:p>
            <a:r>
              <a:rPr lang="en-US" dirty="0"/>
              <a:t>Click to edit Master title style</a:t>
            </a:r>
            <a:endParaRPr lang="en-FI" dirty="0"/>
          </a:p>
        </p:txBody>
      </p:sp>
    </p:spTree>
    <p:extLst>
      <p:ext uri="{BB962C8B-B14F-4D97-AF65-F5344CB8AC3E}">
        <p14:creationId xmlns:p14="http://schemas.microsoft.com/office/powerpoint/2010/main" val="427261530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1_Table layout no lower bar with table header">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A39025CA-D659-4F0E-B2BC-5670EA697D78}"/>
              </a:ext>
            </a:extLst>
          </p:cNvPr>
          <p:cNvSpPr/>
          <p:nvPr userDrawn="1"/>
        </p:nvSpPr>
        <p:spPr>
          <a:xfrm>
            <a:off x="0" y="5877768"/>
            <a:ext cx="12192000" cy="980232"/>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FI"/>
          </a:p>
        </p:txBody>
      </p:sp>
      <p:sp>
        <p:nvSpPr>
          <p:cNvPr id="4" name="Date Placeholder 3">
            <a:extLst>
              <a:ext uri="{FF2B5EF4-FFF2-40B4-BE49-F238E27FC236}">
                <a16:creationId xmlns:a16="http://schemas.microsoft.com/office/drawing/2014/main" id="{EA1446E3-8C4A-42E7-BE9B-A20FE15EBB4D}"/>
              </a:ext>
            </a:extLst>
          </p:cNvPr>
          <p:cNvSpPr>
            <a:spLocks noGrp="1"/>
          </p:cNvSpPr>
          <p:nvPr>
            <p:ph type="dt" sz="half" idx="11"/>
          </p:nvPr>
        </p:nvSpPr>
        <p:spPr/>
        <p:txBody>
          <a:bodyPr/>
          <a:lstStyle/>
          <a:p>
            <a:fld id="{6A82D370-C2FB-4F50-A2B2-FFE2C3631AA0}" type="datetime1">
              <a:rPr lang="en-US" smtClean="0"/>
              <a:t>10/16/2025</a:t>
            </a:fld>
            <a:endParaRPr lang="en-US"/>
          </a:p>
        </p:txBody>
      </p:sp>
      <p:sp>
        <p:nvSpPr>
          <p:cNvPr id="5" name="Table Placeholder 5">
            <a:extLst>
              <a:ext uri="{FF2B5EF4-FFF2-40B4-BE49-F238E27FC236}">
                <a16:creationId xmlns:a16="http://schemas.microsoft.com/office/drawing/2014/main" id="{FA838B6A-6053-4332-A15B-E3F8897A0702}"/>
              </a:ext>
            </a:extLst>
          </p:cNvPr>
          <p:cNvSpPr>
            <a:spLocks noGrp="1"/>
          </p:cNvSpPr>
          <p:nvPr>
            <p:ph type="tbl" sz="quarter" idx="12"/>
          </p:nvPr>
        </p:nvSpPr>
        <p:spPr>
          <a:xfrm>
            <a:off x="889463" y="2144684"/>
            <a:ext cx="10199094" cy="4020622"/>
          </a:xfrm>
        </p:spPr>
        <p:txBody>
          <a:bodyPr/>
          <a:lstStyle/>
          <a:p>
            <a:r>
              <a:rPr lang="en-US" dirty="0"/>
              <a:t>Click icon to add table</a:t>
            </a:r>
            <a:endParaRPr lang="en-GB" dirty="0"/>
          </a:p>
        </p:txBody>
      </p:sp>
      <p:sp>
        <p:nvSpPr>
          <p:cNvPr id="8" name="Text Placeholder 13">
            <a:extLst>
              <a:ext uri="{FF2B5EF4-FFF2-40B4-BE49-F238E27FC236}">
                <a16:creationId xmlns:a16="http://schemas.microsoft.com/office/drawing/2014/main" id="{57CEFB6B-53C1-42B9-9BF3-642691AACDC8}"/>
              </a:ext>
            </a:extLst>
          </p:cNvPr>
          <p:cNvSpPr>
            <a:spLocks noGrp="1"/>
          </p:cNvSpPr>
          <p:nvPr>
            <p:ph type="body" sz="quarter" idx="14"/>
          </p:nvPr>
        </p:nvSpPr>
        <p:spPr>
          <a:xfrm>
            <a:off x="609601" y="1469880"/>
            <a:ext cx="10972800" cy="408794"/>
          </a:xfrm>
        </p:spPr>
        <p:txBody>
          <a:bodyPr/>
          <a:lstStyle>
            <a:lvl1pPr marL="0" indent="0">
              <a:buNone/>
              <a:defRPr sz="1400" b="1">
                <a:solidFill>
                  <a:schemeClr val="tx1"/>
                </a:solidFill>
              </a:defRPr>
            </a:lvl1pPr>
          </a:lstStyle>
          <a:p>
            <a:pPr lvl="0"/>
            <a:r>
              <a:rPr lang="en-US" dirty="0"/>
              <a:t>Click to edit Master text styles</a:t>
            </a:r>
            <a:endParaRPr lang="en-FI" dirty="0"/>
          </a:p>
        </p:txBody>
      </p:sp>
      <p:sp>
        <p:nvSpPr>
          <p:cNvPr id="9" name="Title 1">
            <a:extLst>
              <a:ext uri="{FF2B5EF4-FFF2-40B4-BE49-F238E27FC236}">
                <a16:creationId xmlns:a16="http://schemas.microsoft.com/office/drawing/2014/main" id="{E67739B6-62DA-4225-8C3D-4F7FFB7373BB}"/>
              </a:ext>
            </a:extLst>
          </p:cNvPr>
          <p:cNvSpPr>
            <a:spLocks noGrp="1"/>
          </p:cNvSpPr>
          <p:nvPr>
            <p:ph type="title"/>
          </p:nvPr>
        </p:nvSpPr>
        <p:spPr>
          <a:xfrm>
            <a:off x="609600" y="161904"/>
            <a:ext cx="10972800" cy="1143000"/>
          </a:xfrm>
        </p:spPr>
        <p:txBody>
          <a:bodyPr/>
          <a:lstStyle/>
          <a:p>
            <a:r>
              <a:rPr lang="en-US" dirty="0"/>
              <a:t>Click to edit Master title style</a:t>
            </a:r>
            <a:endParaRPr lang="en-FI" dirty="0"/>
          </a:p>
        </p:txBody>
      </p:sp>
    </p:spTree>
    <p:extLst>
      <p:ext uri="{BB962C8B-B14F-4D97-AF65-F5344CB8AC3E}">
        <p14:creationId xmlns:p14="http://schemas.microsoft.com/office/powerpoint/2010/main" val="260595298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wo Content Narrow Lef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4A45DB-BEFD-4107-922A-A2B91DA72FE1}"/>
              </a:ext>
            </a:extLst>
          </p:cNvPr>
          <p:cNvSpPr>
            <a:spLocks noGrp="1"/>
          </p:cNvSpPr>
          <p:nvPr>
            <p:ph type="title"/>
          </p:nvPr>
        </p:nvSpPr>
        <p:spPr>
          <a:xfrm>
            <a:off x="609600" y="161904"/>
            <a:ext cx="10972800" cy="1143000"/>
          </a:xfrm>
        </p:spPr>
        <p:txBody>
          <a:bodyPr/>
          <a:lstStyle/>
          <a:p>
            <a:r>
              <a:rPr lang="en-US" dirty="0"/>
              <a:t>Click to edit Master title style</a:t>
            </a:r>
            <a:endParaRPr lang="en-FI" dirty="0"/>
          </a:p>
        </p:txBody>
      </p:sp>
      <p:sp>
        <p:nvSpPr>
          <p:cNvPr id="3" name="Slide Number Placeholder 2">
            <a:extLst>
              <a:ext uri="{FF2B5EF4-FFF2-40B4-BE49-F238E27FC236}">
                <a16:creationId xmlns:a16="http://schemas.microsoft.com/office/drawing/2014/main" id="{83A92B49-EFFB-4EF1-85ED-7BEBA829EF6B}"/>
              </a:ext>
            </a:extLst>
          </p:cNvPr>
          <p:cNvSpPr>
            <a:spLocks noGrp="1"/>
          </p:cNvSpPr>
          <p:nvPr>
            <p:ph type="sldNum" sz="quarter" idx="10"/>
          </p:nvPr>
        </p:nvSpPr>
        <p:spPr/>
        <p:txBody>
          <a:bodyPr/>
          <a:lstStyle/>
          <a:p>
            <a:fld id="{C5EF2332-01BF-834F-8236-50238282D533}" type="slidenum">
              <a:rPr lang="en-US" smtClean="0"/>
              <a:t>‹#›</a:t>
            </a:fld>
            <a:endParaRPr lang="en-US"/>
          </a:p>
        </p:txBody>
      </p:sp>
      <p:sp>
        <p:nvSpPr>
          <p:cNvPr id="4" name="Date Placeholder 3">
            <a:extLst>
              <a:ext uri="{FF2B5EF4-FFF2-40B4-BE49-F238E27FC236}">
                <a16:creationId xmlns:a16="http://schemas.microsoft.com/office/drawing/2014/main" id="{E6BA49CC-5D1D-4EB3-AEFB-0CAF5DA01019}"/>
              </a:ext>
            </a:extLst>
          </p:cNvPr>
          <p:cNvSpPr>
            <a:spLocks noGrp="1"/>
          </p:cNvSpPr>
          <p:nvPr>
            <p:ph type="dt" sz="half" idx="11"/>
          </p:nvPr>
        </p:nvSpPr>
        <p:spPr/>
        <p:txBody>
          <a:bodyPr/>
          <a:lstStyle/>
          <a:p>
            <a:fld id="{8FE7647C-A8DA-4535-9F06-83401DD8669E}" type="datetime1">
              <a:rPr lang="en-US" smtClean="0"/>
              <a:t>10/16/2025</a:t>
            </a:fld>
            <a:endParaRPr lang="en-US"/>
          </a:p>
        </p:txBody>
      </p:sp>
      <p:sp>
        <p:nvSpPr>
          <p:cNvPr id="8" name="Content Placeholder 2">
            <a:extLst>
              <a:ext uri="{FF2B5EF4-FFF2-40B4-BE49-F238E27FC236}">
                <a16:creationId xmlns:a16="http://schemas.microsoft.com/office/drawing/2014/main" id="{A238319E-C55C-4C7D-9DE4-DF16081972E8}"/>
              </a:ext>
            </a:extLst>
          </p:cNvPr>
          <p:cNvSpPr>
            <a:spLocks noGrp="1"/>
          </p:cNvSpPr>
          <p:nvPr>
            <p:ph sz="half" idx="1"/>
          </p:nvPr>
        </p:nvSpPr>
        <p:spPr>
          <a:xfrm>
            <a:off x="3770334" y="1261954"/>
            <a:ext cx="7812066" cy="4759338"/>
          </a:xfrm>
        </p:spPr>
        <p:txBody>
          <a:bodyPr/>
          <a:lstStyle>
            <a:lvl1pPr>
              <a:defRPr sz="2100" b="0"/>
            </a:lvl1pPr>
            <a:lvl2pPr>
              <a:defRPr sz="1800" b="0"/>
            </a:lvl2pPr>
            <a:lvl3pPr>
              <a:defRPr sz="1500" b="0"/>
            </a:lvl3pPr>
            <a:lvl4pPr>
              <a:defRPr sz="1350" b="0"/>
            </a:lvl4pPr>
            <a:lvl5pPr>
              <a:defRPr sz="1350" b="0"/>
            </a:lvl5pPr>
            <a:lvl6pPr>
              <a:defRPr sz="1350"/>
            </a:lvl6pPr>
            <a:lvl7pPr>
              <a:defRPr sz="1350"/>
            </a:lvl7pPr>
            <a:lvl8pPr>
              <a:defRPr sz="1350"/>
            </a:lvl8pPr>
            <a:lvl9pPr>
              <a:defRPr sz="1350"/>
            </a:lvl9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9" name="Content Placeholder 2">
            <a:extLst>
              <a:ext uri="{FF2B5EF4-FFF2-40B4-BE49-F238E27FC236}">
                <a16:creationId xmlns:a16="http://schemas.microsoft.com/office/drawing/2014/main" id="{F3E41DED-08E3-4145-AA90-BC9385880CF4}"/>
              </a:ext>
            </a:extLst>
          </p:cNvPr>
          <p:cNvSpPr>
            <a:spLocks noGrp="1"/>
          </p:cNvSpPr>
          <p:nvPr>
            <p:ph sz="half" idx="12"/>
          </p:nvPr>
        </p:nvSpPr>
        <p:spPr>
          <a:xfrm>
            <a:off x="609601" y="1261954"/>
            <a:ext cx="2997895" cy="4759338"/>
          </a:xfrm>
        </p:spPr>
        <p:txBody>
          <a:bodyPr/>
          <a:lstStyle>
            <a:lvl1pPr>
              <a:defRPr sz="2100" b="0"/>
            </a:lvl1pPr>
            <a:lvl2pPr>
              <a:defRPr sz="1800" b="0"/>
            </a:lvl2pPr>
            <a:lvl3pPr>
              <a:defRPr sz="1500" b="0"/>
            </a:lvl3pPr>
            <a:lvl4pPr>
              <a:defRPr sz="1350" b="0"/>
            </a:lvl4pPr>
            <a:lvl5pPr>
              <a:defRPr sz="1350" b="0"/>
            </a:lvl5pPr>
            <a:lvl6pPr>
              <a:defRPr sz="1350"/>
            </a:lvl6pPr>
            <a:lvl7pPr>
              <a:defRPr sz="1350"/>
            </a:lvl7pPr>
            <a:lvl8pPr>
              <a:defRPr sz="1350"/>
            </a:lvl8pPr>
            <a:lvl9pPr>
              <a:defRPr sz="1350"/>
            </a:lvl9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Tree>
    <p:extLst>
      <p:ext uri="{BB962C8B-B14F-4D97-AF65-F5344CB8AC3E}">
        <p14:creationId xmlns:p14="http://schemas.microsoft.com/office/powerpoint/2010/main" val="262332957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Custom Three Content">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38EA215F-E308-4485-BD7A-A7B7B561240F}"/>
              </a:ext>
            </a:extLst>
          </p:cNvPr>
          <p:cNvSpPr>
            <a:spLocks noGrp="1"/>
          </p:cNvSpPr>
          <p:nvPr>
            <p:ph type="sldNum" sz="quarter" idx="10"/>
          </p:nvPr>
        </p:nvSpPr>
        <p:spPr/>
        <p:txBody>
          <a:bodyPr/>
          <a:lstStyle/>
          <a:p>
            <a:fld id="{C5EF2332-01BF-834F-8236-50238282D533}" type="slidenum">
              <a:rPr lang="en-US" smtClean="0"/>
              <a:t>‹#›</a:t>
            </a:fld>
            <a:endParaRPr lang="en-US"/>
          </a:p>
        </p:txBody>
      </p:sp>
      <p:sp>
        <p:nvSpPr>
          <p:cNvPr id="4" name="Date Placeholder 3">
            <a:extLst>
              <a:ext uri="{FF2B5EF4-FFF2-40B4-BE49-F238E27FC236}">
                <a16:creationId xmlns:a16="http://schemas.microsoft.com/office/drawing/2014/main" id="{BCA401B4-EA85-450A-9AD6-B22F81704CBF}"/>
              </a:ext>
            </a:extLst>
          </p:cNvPr>
          <p:cNvSpPr>
            <a:spLocks noGrp="1"/>
          </p:cNvSpPr>
          <p:nvPr>
            <p:ph type="dt" sz="half" idx="11"/>
          </p:nvPr>
        </p:nvSpPr>
        <p:spPr/>
        <p:txBody>
          <a:bodyPr/>
          <a:lstStyle/>
          <a:p>
            <a:fld id="{745A7203-D5A1-404D-8437-D635E03A7299}" type="datetime1">
              <a:rPr lang="en-US" smtClean="0"/>
              <a:t>10/16/2025</a:t>
            </a:fld>
            <a:endParaRPr lang="en-US"/>
          </a:p>
        </p:txBody>
      </p:sp>
      <p:sp>
        <p:nvSpPr>
          <p:cNvPr id="5" name="Content Placeholder 2">
            <a:extLst>
              <a:ext uri="{FF2B5EF4-FFF2-40B4-BE49-F238E27FC236}">
                <a16:creationId xmlns:a16="http://schemas.microsoft.com/office/drawing/2014/main" id="{314B0D1C-69A9-4DE5-A2EC-3AE23CBAB864}"/>
              </a:ext>
            </a:extLst>
          </p:cNvPr>
          <p:cNvSpPr>
            <a:spLocks noGrp="1"/>
          </p:cNvSpPr>
          <p:nvPr>
            <p:ph sz="half" idx="1"/>
          </p:nvPr>
        </p:nvSpPr>
        <p:spPr>
          <a:xfrm>
            <a:off x="6176432" y="1261953"/>
            <a:ext cx="5669535" cy="5365588"/>
          </a:xfrm>
        </p:spPr>
        <p:txBody>
          <a:bodyPr/>
          <a:lstStyle>
            <a:lvl1pPr>
              <a:defRPr sz="2100" b="0"/>
            </a:lvl1pPr>
            <a:lvl2pPr>
              <a:defRPr sz="1800" b="0"/>
            </a:lvl2pPr>
            <a:lvl3pPr>
              <a:defRPr sz="1500" b="0"/>
            </a:lvl3pPr>
            <a:lvl4pPr>
              <a:defRPr sz="1350" b="0"/>
            </a:lvl4pPr>
            <a:lvl5pPr>
              <a:defRPr sz="1350" b="0"/>
            </a:lvl5pPr>
            <a:lvl6pPr>
              <a:defRPr sz="1350"/>
            </a:lvl6pPr>
            <a:lvl7pPr>
              <a:defRPr sz="1350"/>
            </a:lvl7pPr>
            <a:lvl8pPr>
              <a:defRPr sz="1350"/>
            </a:lvl8pPr>
            <a:lvl9pPr>
              <a:defRPr sz="1350"/>
            </a:lvl9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9" name="Rectangle 8">
            <a:extLst>
              <a:ext uri="{FF2B5EF4-FFF2-40B4-BE49-F238E27FC236}">
                <a16:creationId xmlns:a16="http://schemas.microsoft.com/office/drawing/2014/main" id="{40E36CC0-0CEE-4F7D-BD64-E12742EC33CD}"/>
              </a:ext>
            </a:extLst>
          </p:cNvPr>
          <p:cNvSpPr/>
          <p:nvPr userDrawn="1"/>
        </p:nvSpPr>
        <p:spPr>
          <a:xfrm>
            <a:off x="0" y="5877768"/>
            <a:ext cx="12192000" cy="980232"/>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FI"/>
          </a:p>
        </p:txBody>
      </p:sp>
      <p:sp>
        <p:nvSpPr>
          <p:cNvPr id="6" name="Content Placeholder 2">
            <a:extLst>
              <a:ext uri="{FF2B5EF4-FFF2-40B4-BE49-F238E27FC236}">
                <a16:creationId xmlns:a16="http://schemas.microsoft.com/office/drawing/2014/main" id="{3D8B041D-E134-4B62-A4BC-A12CE4E35896}"/>
              </a:ext>
            </a:extLst>
          </p:cNvPr>
          <p:cNvSpPr>
            <a:spLocks noGrp="1"/>
          </p:cNvSpPr>
          <p:nvPr>
            <p:ph sz="half" idx="12"/>
          </p:nvPr>
        </p:nvSpPr>
        <p:spPr>
          <a:xfrm>
            <a:off x="346033" y="1261955"/>
            <a:ext cx="5669534" cy="1493945"/>
          </a:xfrm>
        </p:spPr>
        <p:txBody>
          <a:bodyPr/>
          <a:lstStyle>
            <a:lvl1pPr>
              <a:defRPr sz="2100" b="0"/>
            </a:lvl1pPr>
            <a:lvl2pPr>
              <a:defRPr sz="1800" b="0"/>
            </a:lvl2pPr>
            <a:lvl3pPr>
              <a:defRPr sz="1500" b="0"/>
            </a:lvl3pPr>
            <a:lvl4pPr>
              <a:defRPr sz="1350" b="0"/>
            </a:lvl4pPr>
            <a:lvl5pPr>
              <a:defRPr sz="1350" b="0"/>
            </a:lvl5pPr>
            <a:lvl6pPr>
              <a:defRPr sz="1350"/>
            </a:lvl6pPr>
            <a:lvl7pPr>
              <a:defRPr sz="1350"/>
            </a:lvl7pPr>
            <a:lvl8pPr>
              <a:defRPr sz="1350"/>
            </a:lvl8pPr>
            <a:lvl9pPr>
              <a:defRPr sz="1350"/>
            </a:lvl9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7" name="Content Placeholder 2">
            <a:extLst>
              <a:ext uri="{FF2B5EF4-FFF2-40B4-BE49-F238E27FC236}">
                <a16:creationId xmlns:a16="http://schemas.microsoft.com/office/drawing/2014/main" id="{3ECA7F43-0C57-4B08-B5FB-65BC8E5CFF2C}"/>
              </a:ext>
            </a:extLst>
          </p:cNvPr>
          <p:cNvSpPr>
            <a:spLocks noGrp="1"/>
          </p:cNvSpPr>
          <p:nvPr>
            <p:ph sz="half" idx="13"/>
          </p:nvPr>
        </p:nvSpPr>
        <p:spPr>
          <a:xfrm>
            <a:off x="346033" y="2826645"/>
            <a:ext cx="5669534" cy="3800897"/>
          </a:xfrm>
        </p:spPr>
        <p:txBody>
          <a:bodyPr/>
          <a:lstStyle>
            <a:lvl1pPr>
              <a:defRPr sz="2100" b="0"/>
            </a:lvl1pPr>
            <a:lvl2pPr>
              <a:defRPr sz="1800" b="0"/>
            </a:lvl2pPr>
            <a:lvl3pPr>
              <a:defRPr sz="1500" b="0"/>
            </a:lvl3pPr>
            <a:lvl4pPr>
              <a:defRPr sz="1350" b="0"/>
            </a:lvl4pPr>
            <a:lvl5pPr>
              <a:defRPr sz="1350" b="0"/>
            </a:lvl5pPr>
            <a:lvl6pPr>
              <a:defRPr sz="1350"/>
            </a:lvl6pPr>
            <a:lvl7pPr>
              <a:defRPr sz="1350"/>
            </a:lvl7pPr>
            <a:lvl8pPr>
              <a:defRPr sz="1350"/>
            </a:lvl8pPr>
            <a:lvl9pPr>
              <a:defRPr sz="1350"/>
            </a:lvl9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10" name="Title 1">
            <a:extLst>
              <a:ext uri="{FF2B5EF4-FFF2-40B4-BE49-F238E27FC236}">
                <a16:creationId xmlns:a16="http://schemas.microsoft.com/office/drawing/2014/main" id="{FD1F9657-5C8B-4EEF-A1B6-DCE306850F4C}"/>
              </a:ext>
            </a:extLst>
          </p:cNvPr>
          <p:cNvSpPr>
            <a:spLocks noGrp="1"/>
          </p:cNvSpPr>
          <p:nvPr>
            <p:ph type="title"/>
          </p:nvPr>
        </p:nvSpPr>
        <p:spPr>
          <a:xfrm>
            <a:off x="346033" y="48210"/>
            <a:ext cx="11499934" cy="1143000"/>
          </a:xfrm>
        </p:spPr>
        <p:txBody>
          <a:bodyPr/>
          <a:lstStyle/>
          <a:p>
            <a:r>
              <a:rPr lang="en-US" dirty="0"/>
              <a:t>Click to edit Master title style</a:t>
            </a:r>
            <a:endParaRPr lang="en-GB" dirty="0"/>
          </a:p>
        </p:txBody>
      </p:sp>
    </p:spTree>
    <p:extLst>
      <p:ext uri="{BB962C8B-B14F-4D97-AF65-F5344CB8AC3E}">
        <p14:creationId xmlns:p14="http://schemas.microsoft.com/office/powerpoint/2010/main" val="282967750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ustom Three Content With Header">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38EA215F-E308-4485-BD7A-A7B7B561240F}"/>
              </a:ext>
            </a:extLst>
          </p:cNvPr>
          <p:cNvSpPr>
            <a:spLocks noGrp="1"/>
          </p:cNvSpPr>
          <p:nvPr>
            <p:ph type="sldNum" sz="quarter" idx="10"/>
          </p:nvPr>
        </p:nvSpPr>
        <p:spPr/>
        <p:txBody>
          <a:bodyPr/>
          <a:lstStyle/>
          <a:p>
            <a:fld id="{C5EF2332-01BF-834F-8236-50238282D533}" type="slidenum">
              <a:rPr lang="en-US" smtClean="0"/>
              <a:t>‹#›</a:t>
            </a:fld>
            <a:endParaRPr lang="en-US"/>
          </a:p>
        </p:txBody>
      </p:sp>
      <p:sp>
        <p:nvSpPr>
          <p:cNvPr id="4" name="Date Placeholder 3">
            <a:extLst>
              <a:ext uri="{FF2B5EF4-FFF2-40B4-BE49-F238E27FC236}">
                <a16:creationId xmlns:a16="http://schemas.microsoft.com/office/drawing/2014/main" id="{BCA401B4-EA85-450A-9AD6-B22F81704CBF}"/>
              </a:ext>
            </a:extLst>
          </p:cNvPr>
          <p:cNvSpPr>
            <a:spLocks noGrp="1"/>
          </p:cNvSpPr>
          <p:nvPr>
            <p:ph type="dt" sz="half" idx="11"/>
          </p:nvPr>
        </p:nvSpPr>
        <p:spPr/>
        <p:txBody>
          <a:bodyPr/>
          <a:lstStyle/>
          <a:p>
            <a:fld id="{0BFD1247-DCC1-486C-82A5-541CCEF1F3A5}" type="datetime1">
              <a:rPr lang="en-US" smtClean="0"/>
              <a:t>10/16/2025</a:t>
            </a:fld>
            <a:endParaRPr lang="en-US"/>
          </a:p>
        </p:txBody>
      </p:sp>
      <p:sp>
        <p:nvSpPr>
          <p:cNvPr id="5" name="Content Placeholder 2">
            <a:extLst>
              <a:ext uri="{FF2B5EF4-FFF2-40B4-BE49-F238E27FC236}">
                <a16:creationId xmlns:a16="http://schemas.microsoft.com/office/drawing/2014/main" id="{314B0D1C-69A9-4DE5-A2EC-3AE23CBAB864}"/>
              </a:ext>
            </a:extLst>
          </p:cNvPr>
          <p:cNvSpPr>
            <a:spLocks noGrp="1"/>
          </p:cNvSpPr>
          <p:nvPr>
            <p:ph sz="half" idx="1"/>
          </p:nvPr>
        </p:nvSpPr>
        <p:spPr>
          <a:xfrm>
            <a:off x="6176432" y="1670857"/>
            <a:ext cx="5669535" cy="4956683"/>
          </a:xfrm>
        </p:spPr>
        <p:txBody>
          <a:bodyPr/>
          <a:lstStyle>
            <a:lvl1pPr>
              <a:defRPr sz="2100" b="0"/>
            </a:lvl1pPr>
            <a:lvl2pPr>
              <a:defRPr sz="1800" b="0"/>
            </a:lvl2pPr>
            <a:lvl3pPr>
              <a:defRPr sz="1500" b="0"/>
            </a:lvl3pPr>
            <a:lvl4pPr>
              <a:defRPr sz="1350" b="0"/>
            </a:lvl4pPr>
            <a:lvl5pPr>
              <a:defRPr sz="1350" b="0"/>
            </a:lvl5pPr>
            <a:lvl6pPr>
              <a:defRPr sz="1350"/>
            </a:lvl6pPr>
            <a:lvl7pPr>
              <a:defRPr sz="1350"/>
            </a:lvl7pPr>
            <a:lvl8pPr>
              <a:defRPr sz="1350"/>
            </a:lvl8pPr>
            <a:lvl9pPr>
              <a:defRPr sz="1350"/>
            </a:lvl9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9" name="Rectangle 8">
            <a:extLst>
              <a:ext uri="{FF2B5EF4-FFF2-40B4-BE49-F238E27FC236}">
                <a16:creationId xmlns:a16="http://schemas.microsoft.com/office/drawing/2014/main" id="{40E36CC0-0CEE-4F7D-BD64-E12742EC33CD}"/>
              </a:ext>
            </a:extLst>
          </p:cNvPr>
          <p:cNvSpPr/>
          <p:nvPr userDrawn="1"/>
        </p:nvSpPr>
        <p:spPr>
          <a:xfrm>
            <a:off x="0" y="5877768"/>
            <a:ext cx="12192000" cy="980232"/>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FI"/>
          </a:p>
        </p:txBody>
      </p:sp>
      <p:sp>
        <p:nvSpPr>
          <p:cNvPr id="6" name="Content Placeholder 2">
            <a:extLst>
              <a:ext uri="{FF2B5EF4-FFF2-40B4-BE49-F238E27FC236}">
                <a16:creationId xmlns:a16="http://schemas.microsoft.com/office/drawing/2014/main" id="{3D8B041D-E134-4B62-A4BC-A12CE4E35896}"/>
              </a:ext>
            </a:extLst>
          </p:cNvPr>
          <p:cNvSpPr>
            <a:spLocks noGrp="1"/>
          </p:cNvSpPr>
          <p:nvPr>
            <p:ph sz="half" idx="12"/>
          </p:nvPr>
        </p:nvSpPr>
        <p:spPr>
          <a:xfrm>
            <a:off x="346033" y="1261955"/>
            <a:ext cx="5669534" cy="1817472"/>
          </a:xfrm>
        </p:spPr>
        <p:txBody>
          <a:bodyPr/>
          <a:lstStyle>
            <a:lvl1pPr>
              <a:defRPr sz="2100" b="0"/>
            </a:lvl1pPr>
            <a:lvl2pPr>
              <a:defRPr sz="1800" b="0"/>
            </a:lvl2pPr>
            <a:lvl3pPr>
              <a:defRPr sz="1500" b="0"/>
            </a:lvl3pPr>
            <a:lvl4pPr>
              <a:defRPr sz="1350" b="0"/>
            </a:lvl4pPr>
            <a:lvl5pPr>
              <a:defRPr sz="1350" b="0"/>
            </a:lvl5pPr>
            <a:lvl6pPr>
              <a:defRPr sz="1350"/>
            </a:lvl6pPr>
            <a:lvl7pPr>
              <a:defRPr sz="1350"/>
            </a:lvl7pPr>
            <a:lvl8pPr>
              <a:defRPr sz="1350"/>
            </a:lvl8pPr>
            <a:lvl9pPr>
              <a:defRPr sz="1350"/>
            </a:lvl9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7" name="Content Placeholder 2">
            <a:extLst>
              <a:ext uri="{FF2B5EF4-FFF2-40B4-BE49-F238E27FC236}">
                <a16:creationId xmlns:a16="http://schemas.microsoft.com/office/drawing/2014/main" id="{3ECA7F43-0C57-4B08-B5FB-65BC8E5CFF2C}"/>
              </a:ext>
            </a:extLst>
          </p:cNvPr>
          <p:cNvSpPr>
            <a:spLocks noGrp="1"/>
          </p:cNvSpPr>
          <p:nvPr>
            <p:ph sz="half" idx="13"/>
          </p:nvPr>
        </p:nvSpPr>
        <p:spPr>
          <a:xfrm>
            <a:off x="346033" y="3150172"/>
            <a:ext cx="5669534" cy="3477370"/>
          </a:xfrm>
        </p:spPr>
        <p:txBody>
          <a:bodyPr/>
          <a:lstStyle>
            <a:lvl1pPr>
              <a:defRPr sz="2100" b="0"/>
            </a:lvl1pPr>
            <a:lvl2pPr>
              <a:defRPr sz="1800" b="0"/>
            </a:lvl2pPr>
            <a:lvl3pPr>
              <a:defRPr sz="1500" b="0"/>
            </a:lvl3pPr>
            <a:lvl4pPr>
              <a:defRPr sz="1350" b="0"/>
            </a:lvl4pPr>
            <a:lvl5pPr>
              <a:defRPr sz="1350" b="0"/>
            </a:lvl5pPr>
            <a:lvl6pPr>
              <a:defRPr sz="1350"/>
            </a:lvl6pPr>
            <a:lvl7pPr>
              <a:defRPr sz="1350"/>
            </a:lvl7pPr>
            <a:lvl8pPr>
              <a:defRPr sz="1350"/>
            </a:lvl8pPr>
            <a:lvl9pPr>
              <a:defRPr sz="1350"/>
            </a:lvl9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10" name="Title 1">
            <a:extLst>
              <a:ext uri="{FF2B5EF4-FFF2-40B4-BE49-F238E27FC236}">
                <a16:creationId xmlns:a16="http://schemas.microsoft.com/office/drawing/2014/main" id="{FD1F9657-5C8B-4EEF-A1B6-DCE306850F4C}"/>
              </a:ext>
            </a:extLst>
          </p:cNvPr>
          <p:cNvSpPr>
            <a:spLocks noGrp="1"/>
          </p:cNvSpPr>
          <p:nvPr>
            <p:ph type="title"/>
          </p:nvPr>
        </p:nvSpPr>
        <p:spPr>
          <a:xfrm>
            <a:off x="346033" y="48210"/>
            <a:ext cx="11499934" cy="1143000"/>
          </a:xfrm>
        </p:spPr>
        <p:txBody>
          <a:bodyPr/>
          <a:lstStyle/>
          <a:p>
            <a:r>
              <a:rPr lang="en-US" dirty="0"/>
              <a:t>Click to edit Master title style</a:t>
            </a:r>
            <a:endParaRPr lang="en-GB" dirty="0"/>
          </a:p>
        </p:txBody>
      </p:sp>
      <p:sp>
        <p:nvSpPr>
          <p:cNvPr id="11" name="Text Placeholder 13">
            <a:extLst>
              <a:ext uri="{FF2B5EF4-FFF2-40B4-BE49-F238E27FC236}">
                <a16:creationId xmlns:a16="http://schemas.microsoft.com/office/drawing/2014/main" id="{83B3A65B-C338-407C-869F-D257AB93E55C}"/>
              </a:ext>
            </a:extLst>
          </p:cNvPr>
          <p:cNvSpPr>
            <a:spLocks noGrp="1"/>
          </p:cNvSpPr>
          <p:nvPr>
            <p:ph type="body" sz="quarter" idx="14"/>
          </p:nvPr>
        </p:nvSpPr>
        <p:spPr>
          <a:xfrm>
            <a:off x="6176432" y="1262063"/>
            <a:ext cx="5669533" cy="408794"/>
          </a:xfrm>
        </p:spPr>
        <p:txBody>
          <a:bodyPr/>
          <a:lstStyle>
            <a:lvl1pPr marL="0" indent="0">
              <a:buNone/>
              <a:defRPr sz="1400" b="1">
                <a:solidFill>
                  <a:schemeClr val="tx1"/>
                </a:solidFill>
              </a:defRPr>
            </a:lvl1pPr>
          </a:lstStyle>
          <a:p>
            <a:pPr lvl="0"/>
            <a:r>
              <a:rPr lang="en-US" dirty="0"/>
              <a:t>Click to edit Master text styles</a:t>
            </a:r>
            <a:endParaRPr lang="en-FI" dirty="0"/>
          </a:p>
        </p:txBody>
      </p:sp>
    </p:spTree>
    <p:extLst>
      <p:ext uri="{BB962C8B-B14F-4D97-AF65-F5344CB8AC3E}">
        <p14:creationId xmlns:p14="http://schemas.microsoft.com/office/powerpoint/2010/main" val="872769470"/>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ustom Two Content">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38EA215F-E308-4485-BD7A-A7B7B561240F}"/>
              </a:ext>
            </a:extLst>
          </p:cNvPr>
          <p:cNvSpPr>
            <a:spLocks noGrp="1"/>
          </p:cNvSpPr>
          <p:nvPr>
            <p:ph type="sldNum" sz="quarter" idx="10"/>
          </p:nvPr>
        </p:nvSpPr>
        <p:spPr/>
        <p:txBody>
          <a:bodyPr/>
          <a:lstStyle/>
          <a:p>
            <a:fld id="{C5EF2332-01BF-834F-8236-50238282D533}" type="slidenum">
              <a:rPr lang="en-US" smtClean="0"/>
              <a:t>‹#›</a:t>
            </a:fld>
            <a:endParaRPr lang="en-US"/>
          </a:p>
        </p:txBody>
      </p:sp>
      <p:sp>
        <p:nvSpPr>
          <p:cNvPr id="4" name="Date Placeholder 3">
            <a:extLst>
              <a:ext uri="{FF2B5EF4-FFF2-40B4-BE49-F238E27FC236}">
                <a16:creationId xmlns:a16="http://schemas.microsoft.com/office/drawing/2014/main" id="{BCA401B4-EA85-450A-9AD6-B22F81704CBF}"/>
              </a:ext>
            </a:extLst>
          </p:cNvPr>
          <p:cNvSpPr>
            <a:spLocks noGrp="1"/>
          </p:cNvSpPr>
          <p:nvPr>
            <p:ph type="dt" sz="half" idx="11"/>
          </p:nvPr>
        </p:nvSpPr>
        <p:spPr/>
        <p:txBody>
          <a:bodyPr/>
          <a:lstStyle/>
          <a:p>
            <a:fld id="{28B0BFEB-9524-4D59-9A4D-06779128F7EF}" type="datetime1">
              <a:rPr lang="en-US" smtClean="0"/>
              <a:t>10/16/2025</a:t>
            </a:fld>
            <a:endParaRPr lang="en-US"/>
          </a:p>
        </p:txBody>
      </p:sp>
      <p:sp>
        <p:nvSpPr>
          <p:cNvPr id="5" name="Content Placeholder 2">
            <a:extLst>
              <a:ext uri="{FF2B5EF4-FFF2-40B4-BE49-F238E27FC236}">
                <a16:creationId xmlns:a16="http://schemas.microsoft.com/office/drawing/2014/main" id="{314B0D1C-69A9-4DE5-A2EC-3AE23CBAB864}"/>
              </a:ext>
            </a:extLst>
          </p:cNvPr>
          <p:cNvSpPr>
            <a:spLocks noGrp="1"/>
          </p:cNvSpPr>
          <p:nvPr>
            <p:ph sz="half" idx="1"/>
          </p:nvPr>
        </p:nvSpPr>
        <p:spPr>
          <a:xfrm>
            <a:off x="6176432" y="1262063"/>
            <a:ext cx="5669535" cy="5365477"/>
          </a:xfrm>
        </p:spPr>
        <p:txBody>
          <a:bodyPr/>
          <a:lstStyle>
            <a:lvl1pPr>
              <a:defRPr sz="2100" b="0"/>
            </a:lvl1pPr>
            <a:lvl2pPr>
              <a:defRPr sz="1800" b="0"/>
            </a:lvl2pPr>
            <a:lvl3pPr>
              <a:defRPr sz="1500" b="0"/>
            </a:lvl3pPr>
            <a:lvl4pPr>
              <a:defRPr sz="1350" b="0"/>
            </a:lvl4pPr>
            <a:lvl5pPr>
              <a:defRPr sz="1350" b="0"/>
            </a:lvl5pPr>
            <a:lvl6pPr>
              <a:defRPr sz="1350"/>
            </a:lvl6pPr>
            <a:lvl7pPr>
              <a:defRPr sz="1350"/>
            </a:lvl7pPr>
            <a:lvl8pPr>
              <a:defRPr sz="1350"/>
            </a:lvl8pPr>
            <a:lvl9pPr>
              <a:defRPr sz="1350"/>
            </a:lvl9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9" name="Rectangle 8">
            <a:extLst>
              <a:ext uri="{FF2B5EF4-FFF2-40B4-BE49-F238E27FC236}">
                <a16:creationId xmlns:a16="http://schemas.microsoft.com/office/drawing/2014/main" id="{40E36CC0-0CEE-4F7D-BD64-E12742EC33CD}"/>
              </a:ext>
            </a:extLst>
          </p:cNvPr>
          <p:cNvSpPr/>
          <p:nvPr userDrawn="1"/>
        </p:nvSpPr>
        <p:spPr>
          <a:xfrm>
            <a:off x="0" y="5877768"/>
            <a:ext cx="12192000" cy="980232"/>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FI"/>
          </a:p>
        </p:txBody>
      </p:sp>
      <p:sp>
        <p:nvSpPr>
          <p:cNvPr id="7" name="Content Placeholder 2">
            <a:extLst>
              <a:ext uri="{FF2B5EF4-FFF2-40B4-BE49-F238E27FC236}">
                <a16:creationId xmlns:a16="http://schemas.microsoft.com/office/drawing/2014/main" id="{3ECA7F43-0C57-4B08-B5FB-65BC8E5CFF2C}"/>
              </a:ext>
            </a:extLst>
          </p:cNvPr>
          <p:cNvSpPr>
            <a:spLocks noGrp="1"/>
          </p:cNvSpPr>
          <p:nvPr>
            <p:ph sz="half" idx="13"/>
          </p:nvPr>
        </p:nvSpPr>
        <p:spPr>
          <a:xfrm>
            <a:off x="346033" y="1262063"/>
            <a:ext cx="5669534" cy="5365479"/>
          </a:xfrm>
        </p:spPr>
        <p:txBody>
          <a:bodyPr/>
          <a:lstStyle>
            <a:lvl1pPr>
              <a:defRPr sz="2100" b="0"/>
            </a:lvl1pPr>
            <a:lvl2pPr>
              <a:defRPr sz="1800" b="0"/>
            </a:lvl2pPr>
            <a:lvl3pPr>
              <a:defRPr sz="1500" b="0"/>
            </a:lvl3pPr>
            <a:lvl4pPr>
              <a:defRPr sz="1350" b="0"/>
            </a:lvl4pPr>
            <a:lvl5pPr>
              <a:defRPr sz="1350" b="0"/>
            </a:lvl5pPr>
            <a:lvl6pPr>
              <a:defRPr sz="1350"/>
            </a:lvl6pPr>
            <a:lvl7pPr>
              <a:defRPr sz="1350"/>
            </a:lvl7pPr>
            <a:lvl8pPr>
              <a:defRPr sz="1350"/>
            </a:lvl8pPr>
            <a:lvl9pPr>
              <a:defRPr sz="1350"/>
            </a:lvl9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10" name="Title 1">
            <a:extLst>
              <a:ext uri="{FF2B5EF4-FFF2-40B4-BE49-F238E27FC236}">
                <a16:creationId xmlns:a16="http://schemas.microsoft.com/office/drawing/2014/main" id="{FD1F9657-5C8B-4EEF-A1B6-DCE306850F4C}"/>
              </a:ext>
            </a:extLst>
          </p:cNvPr>
          <p:cNvSpPr>
            <a:spLocks noGrp="1"/>
          </p:cNvSpPr>
          <p:nvPr>
            <p:ph type="title"/>
          </p:nvPr>
        </p:nvSpPr>
        <p:spPr>
          <a:xfrm>
            <a:off x="346033" y="48210"/>
            <a:ext cx="11499934" cy="1143000"/>
          </a:xfrm>
        </p:spPr>
        <p:txBody>
          <a:bodyPr/>
          <a:lstStyle/>
          <a:p>
            <a:r>
              <a:rPr lang="en-US" dirty="0"/>
              <a:t>Click to edit Master title style</a:t>
            </a:r>
            <a:endParaRPr lang="en-GB" dirty="0"/>
          </a:p>
        </p:txBody>
      </p:sp>
    </p:spTree>
    <p:extLst>
      <p:ext uri="{BB962C8B-B14F-4D97-AF65-F5344CB8AC3E}">
        <p14:creationId xmlns:p14="http://schemas.microsoft.com/office/powerpoint/2010/main" val="1259796730"/>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Custom Two Content With Header">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38EA215F-E308-4485-BD7A-A7B7B561240F}"/>
              </a:ext>
            </a:extLst>
          </p:cNvPr>
          <p:cNvSpPr>
            <a:spLocks noGrp="1"/>
          </p:cNvSpPr>
          <p:nvPr>
            <p:ph type="sldNum" sz="quarter" idx="10"/>
          </p:nvPr>
        </p:nvSpPr>
        <p:spPr/>
        <p:txBody>
          <a:bodyPr/>
          <a:lstStyle/>
          <a:p>
            <a:fld id="{C5EF2332-01BF-834F-8236-50238282D533}" type="slidenum">
              <a:rPr lang="en-US" smtClean="0"/>
              <a:t>‹#›</a:t>
            </a:fld>
            <a:endParaRPr lang="en-US"/>
          </a:p>
        </p:txBody>
      </p:sp>
      <p:sp>
        <p:nvSpPr>
          <p:cNvPr id="4" name="Date Placeholder 3">
            <a:extLst>
              <a:ext uri="{FF2B5EF4-FFF2-40B4-BE49-F238E27FC236}">
                <a16:creationId xmlns:a16="http://schemas.microsoft.com/office/drawing/2014/main" id="{BCA401B4-EA85-450A-9AD6-B22F81704CBF}"/>
              </a:ext>
            </a:extLst>
          </p:cNvPr>
          <p:cNvSpPr>
            <a:spLocks noGrp="1"/>
          </p:cNvSpPr>
          <p:nvPr>
            <p:ph type="dt" sz="half" idx="11"/>
          </p:nvPr>
        </p:nvSpPr>
        <p:spPr/>
        <p:txBody>
          <a:bodyPr/>
          <a:lstStyle/>
          <a:p>
            <a:fld id="{2053FF58-67C2-42AA-A944-B4637ED5D3E3}" type="datetime1">
              <a:rPr lang="en-US" smtClean="0"/>
              <a:t>10/16/2025</a:t>
            </a:fld>
            <a:endParaRPr lang="en-US"/>
          </a:p>
        </p:txBody>
      </p:sp>
      <p:sp>
        <p:nvSpPr>
          <p:cNvPr id="5" name="Content Placeholder 2">
            <a:extLst>
              <a:ext uri="{FF2B5EF4-FFF2-40B4-BE49-F238E27FC236}">
                <a16:creationId xmlns:a16="http://schemas.microsoft.com/office/drawing/2014/main" id="{314B0D1C-69A9-4DE5-A2EC-3AE23CBAB864}"/>
              </a:ext>
            </a:extLst>
          </p:cNvPr>
          <p:cNvSpPr>
            <a:spLocks noGrp="1"/>
          </p:cNvSpPr>
          <p:nvPr>
            <p:ph sz="half" idx="1"/>
          </p:nvPr>
        </p:nvSpPr>
        <p:spPr>
          <a:xfrm>
            <a:off x="6176432" y="1670857"/>
            <a:ext cx="5669535" cy="4956683"/>
          </a:xfrm>
        </p:spPr>
        <p:txBody>
          <a:bodyPr/>
          <a:lstStyle>
            <a:lvl1pPr>
              <a:defRPr sz="2100" b="0"/>
            </a:lvl1pPr>
            <a:lvl2pPr>
              <a:defRPr sz="1800" b="0"/>
            </a:lvl2pPr>
            <a:lvl3pPr>
              <a:defRPr sz="1500" b="0"/>
            </a:lvl3pPr>
            <a:lvl4pPr>
              <a:defRPr sz="1350" b="0"/>
            </a:lvl4pPr>
            <a:lvl5pPr>
              <a:defRPr sz="1350" b="0"/>
            </a:lvl5pPr>
            <a:lvl6pPr>
              <a:defRPr sz="1350"/>
            </a:lvl6pPr>
            <a:lvl7pPr>
              <a:defRPr sz="1350"/>
            </a:lvl7pPr>
            <a:lvl8pPr>
              <a:defRPr sz="1350"/>
            </a:lvl8pPr>
            <a:lvl9pPr>
              <a:defRPr sz="1350"/>
            </a:lvl9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9" name="Rectangle 8">
            <a:extLst>
              <a:ext uri="{FF2B5EF4-FFF2-40B4-BE49-F238E27FC236}">
                <a16:creationId xmlns:a16="http://schemas.microsoft.com/office/drawing/2014/main" id="{40E36CC0-0CEE-4F7D-BD64-E12742EC33CD}"/>
              </a:ext>
            </a:extLst>
          </p:cNvPr>
          <p:cNvSpPr/>
          <p:nvPr userDrawn="1"/>
        </p:nvSpPr>
        <p:spPr>
          <a:xfrm>
            <a:off x="0" y="5877768"/>
            <a:ext cx="12192000" cy="980232"/>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FI"/>
          </a:p>
        </p:txBody>
      </p:sp>
      <p:sp>
        <p:nvSpPr>
          <p:cNvPr id="7" name="Content Placeholder 2">
            <a:extLst>
              <a:ext uri="{FF2B5EF4-FFF2-40B4-BE49-F238E27FC236}">
                <a16:creationId xmlns:a16="http://schemas.microsoft.com/office/drawing/2014/main" id="{3ECA7F43-0C57-4B08-B5FB-65BC8E5CFF2C}"/>
              </a:ext>
            </a:extLst>
          </p:cNvPr>
          <p:cNvSpPr>
            <a:spLocks noGrp="1"/>
          </p:cNvSpPr>
          <p:nvPr>
            <p:ph sz="half" idx="13"/>
          </p:nvPr>
        </p:nvSpPr>
        <p:spPr>
          <a:xfrm>
            <a:off x="346033" y="1262063"/>
            <a:ext cx="5669534" cy="5365479"/>
          </a:xfrm>
        </p:spPr>
        <p:txBody>
          <a:bodyPr/>
          <a:lstStyle>
            <a:lvl1pPr>
              <a:defRPr sz="2100" b="0"/>
            </a:lvl1pPr>
            <a:lvl2pPr>
              <a:defRPr sz="1800" b="0"/>
            </a:lvl2pPr>
            <a:lvl3pPr>
              <a:defRPr sz="1500" b="0"/>
            </a:lvl3pPr>
            <a:lvl4pPr>
              <a:defRPr sz="1350" b="0"/>
            </a:lvl4pPr>
            <a:lvl5pPr>
              <a:defRPr sz="1350" b="0"/>
            </a:lvl5pPr>
            <a:lvl6pPr>
              <a:defRPr sz="1350"/>
            </a:lvl6pPr>
            <a:lvl7pPr>
              <a:defRPr sz="1350"/>
            </a:lvl7pPr>
            <a:lvl8pPr>
              <a:defRPr sz="1350"/>
            </a:lvl8pPr>
            <a:lvl9pPr>
              <a:defRPr sz="1350"/>
            </a:lvl9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10" name="Title 1">
            <a:extLst>
              <a:ext uri="{FF2B5EF4-FFF2-40B4-BE49-F238E27FC236}">
                <a16:creationId xmlns:a16="http://schemas.microsoft.com/office/drawing/2014/main" id="{FD1F9657-5C8B-4EEF-A1B6-DCE306850F4C}"/>
              </a:ext>
            </a:extLst>
          </p:cNvPr>
          <p:cNvSpPr>
            <a:spLocks noGrp="1"/>
          </p:cNvSpPr>
          <p:nvPr>
            <p:ph type="title"/>
          </p:nvPr>
        </p:nvSpPr>
        <p:spPr>
          <a:xfrm>
            <a:off x="346033" y="48210"/>
            <a:ext cx="11499934" cy="1143000"/>
          </a:xfrm>
        </p:spPr>
        <p:txBody>
          <a:bodyPr/>
          <a:lstStyle/>
          <a:p>
            <a:r>
              <a:rPr lang="en-US" dirty="0"/>
              <a:t>Click to edit Master title style</a:t>
            </a:r>
            <a:endParaRPr lang="en-GB" dirty="0"/>
          </a:p>
        </p:txBody>
      </p:sp>
      <p:sp>
        <p:nvSpPr>
          <p:cNvPr id="11" name="Text Placeholder 13">
            <a:extLst>
              <a:ext uri="{FF2B5EF4-FFF2-40B4-BE49-F238E27FC236}">
                <a16:creationId xmlns:a16="http://schemas.microsoft.com/office/drawing/2014/main" id="{83B3A65B-C338-407C-869F-D257AB93E55C}"/>
              </a:ext>
            </a:extLst>
          </p:cNvPr>
          <p:cNvSpPr>
            <a:spLocks noGrp="1"/>
          </p:cNvSpPr>
          <p:nvPr>
            <p:ph type="body" sz="quarter" idx="14"/>
          </p:nvPr>
        </p:nvSpPr>
        <p:spPr>
          <a:xfrm>
            <a:off x="6176432" y="1262063"/>
            <a:ext cx="5669533" cy="408794"/>
          </a:xfrm>
        </p:spPr>
        <p:txBody>
          <a:bodyPr/>
          <a:lstStyle>
            <a:lvl1pPr marL="0" indent="0">
              <a:buNone/>
              <a:defRPr sz="1400" b="1">
                <a:solidFill>
                  <a:schemeClr val="tx1"/>
                </a:solidFill>
              </a:defRPr>
            </a:lvl1pPr>
          </a:lstStyle>
          <a:p>
            <a:pPr lvl="0"/>
            <a:r>
              <a:rPr lang="en-US" dirty="0"/>
              <a:t>Click to edit Master text styles</a:t>
            </a:r>
            <a:endParaRPr lang="en-FI" dirty="0"/>
          </a:p>
        </p:txBody>
      </p:sp>
    </p:spTree>
    <p:extLst>
      <p:ext uri="{BB962C8B-B14F-4D97-AF65-F5344CB8AC3E}">
        <p14:creationId xmlns:p14="http://schemas.microsoft.com/office/powerpoint/2010/main" val="4125930964"/>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Title and content large">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32F60A20-0281-4C43-BE27-B924D0E7ED17}"/>
              </a:ext>
            </a:extLst>
          </p:cNvPr>
          <p:cNvSpPr/>
          <p:nvPr userDrawn="1"/>
        </p:nvSpPr>
        <p:spPr>
          <a:xfrm>
            <a:off x="0" y="5877768"/>
            <a:ext cx="12192000" cy="980232"/>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FI"/>
          </a:p>
        </p:txBody>
      </p:sp>
      <p:sp>
        <p:nvSpPr>
          <p:cNvPr id="3" name="Slide Number Placeholder 2">
            <a:extLst>
              <a:ext uri="{FF2B5EF4-FFF2-40B4-BE49-F238E27FC236}">
                <a16:creationId xmlns:a16="http://schemas.microsoft.com/office/drawing/2014/main" id="{089F1B26-40E6-4CAE-8C6C-21FFFE4BD390}"/>
              </a:ext>
            </a:extLst>
          </p:cNvPr>
          <p:cNvSpPr>
            <a:spLocks noGrp="1"/>
          </p:cNvSpPr>
          <p:nvPr>
            <p:ph type="sldNum" sz="quarter" idx="10"/>
          </p:nvPr>
        </p:nvSpPr>
        <p:spPr/>
        <p:txBody>
          <a:bodyPr/>
          <a:lstStyle/>
          <a:p>
            <a:fld id="{C5EF2332-01BF-834F-8236-50238282D533}" type="slidenum">
              <a:rPr lang="en-US" smtClean="0"/>
              <a:t>‹#›</a:t>
            </a:fld>
            <a:endParaRPr lang="en-US"/>
          </a:p>
        </p:txBody>
      </p:sp>
      <p:sp>
        <p:nvSpPr>
          <p:cNvPr id="4" name="Date Placeholder 3">
            <a:extLst>
              <a:ext uri="{FF2B5EF4-FFF2-40B4-BE49-F238E27FC236}">
                <a16:creationId xmlns:a16="http://schemas.microsoft.com/office/drawing/2014/main" id="{2FD4EB5F-BBDF-43AA-B322-DBC2BE28694D}"/>
              </a:ext>
            </a:extLst>
          </p:cNvPr>
          <p:cNvSpPr>
            <a:spLocks noGrp="1"/>
          </p:cNvSpPr>
          <p:nvPr>
            <p:ph type="dt" sz="half" idx="11"/>
          </p:nvPr>
        </p:nvSpPr>
        <p:spPr/>
        <p:txBody>
          <a:bodyPr/>
          <a:lstStyle/>
          <a:p>
            <a:fld id="{3A90985E-7D06-474A-B35F-C7E47130AC86}" type="datetime1">
              <a:rPr lang="en-US" smtClean="0"/>
              <a:t>10/16/2025</a:t>
            </a:fld>
            <a:endParaRPr lang="en-US"/>
          </a:p>
        </p:txBody>
      </p:sp>
      <p:sp>
        <p:nvSpPr>
          <p:cNvPr id="7" name="Content Placeholder 2">
            <a:extLst>
              <a:ext uri="{FF2B5EF4-FFF2-40B4-BE49-F238E27FC236}">
                <a16:creationId xmlns:a16="http://schemas.microsoft.com/office/drawing/2014/main" id="{483863AB-DB4E-4C36-8CA5-17ACC71D4FE8}"/>
              </a:ext>
            </a:extLst>
          </p:cNvPr>
          <p:cNvSpPr>
            <a:spLocks noGrp="1"/>
          </p:cNvSpPr>
          <p:nvPr>
            <p:ph idx="1"/>
          </p:nvPr>
        </p:nvSpPr>
        <p:spPr>
          <a:xfrm>
            <a:off x="609600" y="1502228"/>
            <a:ext cx="10972800" cy="5202000"/>
          </a:xfrm>
        </p:spPr>
        <p:txBody>
          <a:bodyPr/>
          <a:lstStyle>
            <a:lvl1pPr>
              <a:defRPr sz="1800" b="0">
                <a:solidFill>
                  <a:schemeClr val="tx1"/>
                </a:solidFill>
              </a:defRPr>
            </a:lvl1pPr>
            <a:lvl2pPr>
              <a:defRPr sz="1500" b="0">
                <a:solidFill>
                  <a:schemeClr val="tx1"/>
                </a:solidFill>
              </a:defRPr>
            </a:lvl2pPr>
            <a:lvl3pPr>
              <a:defRPr sz="1350" b="0">
                <a:solidFill>
                  <a:schemeClr val="tx1"/>
                </a:solidFill>
              </a:defRPr>
            </a:lvl3pPr>
            <a:lvl4pPr>
              <a:defRPr>
                <a:solidFill>
                  <a:schemeClr val="tx1"/>
                </a:solidFill>
              </a:defRPr>
            </a:lvl4pPr>
            <a:lvl5pPr>
              <a:defRPr>
                <a:solidFill>
                  <a:schemeClr val="tx1"/>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9" name="Title 1">
            <a:extLst>
              <a:ext uri="{FF2B5EF4-FFF2-40B4-BE49-F238E27FC236}">
                <a16:creationId xmlns:a16="http://schemas.microsoft.com/office/drawing/2014/main" id="{FC9FE2E9-EA17-4993-81DE-DC9234476217}"/>
              </a:ext>
            </a:extLst>
          </p:cNvPr>
          <p:cNvSpPr>
            <a:spLocks noGrp="1"/>
          </p:cNvSpPr>
          <p:nvPr>
            <p:ph type="title"/>
          </p:nvPr>
        </p:nvSpPr>
        <p:spPr>
          <a:xfrm>
            <a:off x="609600" y="161904"/>
            <a:ext cx="10972800" cy="1143000"/>
          </a:xfrm>
        </p:spPr>
        <p:txBody>
          <a:bodyPr/>
          <a:lstStyle/>
          <a:p>
            <a:r>
              <a:rPr lang="en-US" dirty="0"/>
              <a:t>Click to edit Master title style</a:t>
            </a:r>
            <a:endParaRPr lang="en-FI" dirty="0"/>
          </a:p>
        </p:txBody>
      </p:sp>
    </p:spTree>
    <p:extLst>
      <p:ext uri="{BB962C8B-B14F-4D97-AF65-F5344CB8AC3E}">
        <p14:creationId xmlns:p14="http://schemas.microsoft.com/office/powerpoint/2010/main" val="281034346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image" Target="../media/image2.png"/><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609600" y="1600203"/>
            <a:ext cx="10972800" cy="4525963"/>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6" name="Slide Number Placeholder 5"/>
          <p:cNvSpPr>
            <a:spLocks noGrp="1"/>
          </p:cNvSpPr>
          <p:nvPr>
            <p:ph type="sldNum" sz="quarter" idx="4"/>
          </p:nvPr>
        </p:nvSpPr>
        <p:spPr>
          <a:xfrm>
            <a:off x="9184413" y="6348368"/>
            <a:ext cx="2844800" cy="365125"/>
          </a:xfrm>
          <a:prstGeom prst="rect">
            <a:avLst/>
          </a:prstGeom>
        </p:spPr>
        <p:txBody>
          <a:bodyPr vert="horz" lIns="91440" tIns="45720" rIns="91440" bIns="45720" rtlCol="0" anchor="ctr"/>
          <a:lstStyle>
            <a:lvl1pPr algn="r">
              <a:defRPr sz="1800">
                <a:solidFill>
                  <a:schemeClr val="tx1">
                    <a:tint val="75000"/>
                  </a:schemeClr>
                </a:solidFill>
              </a:defRPr>
            </a:lvl1pPr>
          </a:lstStyle>
          <a:p>
            <a:fld id="{C5EF2332-01BF-834F-8236-50238282D533}" type="slidenum">
              <a:rPr lang="en-US" smtClean="0"/>
              <a:pPr/>
              <a:t>‹#›</a:t>
            </a:fld>
            <a:endParaRPr lang="en-US" dirty="0"/>
          </a:p>
        </p:txBody>
      </p:sp>
      <p:sp>
        <p:nvSpPr>
          <p:cNvPr id="7" name="Rectangle 6"/>
          <p:cNvSpPr/>
          <p:nvPr/>
        </p:nvSpPr>
        <p:spPr>
          <a:xfrm>
            <a:off x="0" y="-27384"/>
            <a:ext cx="12192000" cy="1196817"/>
          </a:xfrm>
          <a:prstGeom prst="rect">
            <a:avLst/>
          </a:prstGeom>
          <a:solidFill>
            <a:srgbClr val="1E7F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fontAlgn="auto" hangingPunct="1">
              <a:spcBef>
                <a:spcPts val="0"/>
              </a:spcBef>
              <a:spcAft>
                <a:spcPts val="0"/>
              </a:spcAft>
            </a:pPr>
            <a:endParaRPr lang="en-GB" sz="1350" dirty="0">
              <a:solidFill>
                <a:prstClr val="white"/>
              </a:solidFill>
            </a:endParaRPr>
          </a:p>
        </p:txBody>
      </p:sp>
      <p:grpSp>
        <p:nvGrpSpPr>
          <p:cNvPr id="9" name="Group 8"/>
          <p:cNvGrpSpPr/>
          <p:nvPr/>
        </p:nvGrpSpPr>
        <p:grpSpPr>
          <a:xfrm>
            <a:off x="9315613" y="6269496"/>
            <a:ext cx="2515543" cy="527387"/>
            <a:chOff x="5525840" y="3530278"/>
            <a:chExt cx="1886657" cy="527387"/>
          </a:xfrm>
        </p:grpSpPr>
        <p:sp>
          <p:nvSpPr>
            <p:cNvPr id="10" name="TextBox 9"/>
            <p:cNvSpPr txBox="1"/>
            <p:nvPr/>
          </p:nvSpPr>
          <p:spPr>
            <a:xfrm>
              <a:off x="5540240" y="3530278"/>
              <a:ext cx="1872257" cy="207749"/>
            </a:xfrm>
            <a:prstGeom prst="rect">
              <a:avLst/>
            </a:prstGeom>
            <a:noFill/>
          </p:spPr>
          <p:txBody>
            <a:bodyPr wrap="square" rtlCol="0">
              <a:spAutoFit/>
            </a:bodyPr>
            <a:lstStyle/>
            <a:p>
              <a:pPr eaLnBrk="1" fontAlgn="auto" hangingPunct="1">
                <a:spcBef>
                  <a:spcPts val="0"/>
                </a:spcBef>
                <a:spcAft>
                  <a:spcPts val="0"/>
                </a:spcAft>
              </a:pPr>
              <a:r>
                <a:rPr lang="en-GB" sz="750" cap="all" dirty="0">
                  <a:solidFill>
                    <a:srgbClr val="1E7FB8"/>
                  </a:solidFill>
                  <a:latin typeface="Corbel" panose="020B0503020204020204" pitchFamily="34" charset="0"/>
                  <a:cs typeface="+mn-cs"/>
                </a:rPr>
                <a:t>Health</a:t>
              </a:r>
            </a:p>
          </p:txBody>
        </p:sp>
        <p:grpSp>
          <p:nvGrpSpPr>
            <p:cNvPr id="11" name="Group 10"/>
            <p:cNvGrpSpPr/>
            <p:nvPr/>
          </p:nvGrpSpPr>
          <p:grpSpPr>
            <a:xfrm>
              <a:off x="5525840" y="3618320"/>
              <a:ext cx="1879457" cy="439345"/>
              <a:chOff x="5525840" y="3618320"/>
              <a:chExt cx="1879457" cy="439345"/>
            </a:xfrm>
          </p:grpSpPr>
          <p:sp>
            <p:nvSpPr>
              <p:cNvPr id="12" name="TextBox 11"/>
              <p:cNvSpPr txBox="1"/>
              <p:nvPr/>
            </p:nvSpPr>
            <p:spPr>
              <a:xfrm>
                <a:off x="6494240" y="3838374"/>
                <a:ext cx="889168" cy="219291"/>
              </a:xfrm>
              <a:prstGeom prst="rect">
                <a:avLst/>
              </a:prstGeom>
              <a:noFill/>
            </p:spPr>
            <p:txBody>
              <a:bodyPr wrap="square" rtlCol="0">
                <a:spAutoFit/>
              </a:bodyPr>
              <a:lstStyle/>
              <a:p>
                <a:pPr eaLnBrk="1" fontAlgn="auto" hangingPunct="1">
                  <a:spcBef>
                    <a:spcPts val="0"/>
                  </a:spcBef>
                  <a:spcAft>
                    <a:spcPts val="0"/>
                  </a:spcAft>
                </a:pPr>
                <a:r>
                  <a:rPr lang="en-GB" sz="825" spc="-60" dirty="0">
                    <a:solidFill>
                      <a:srgbClr val="1E7FB8"/>
                    </a:solidFill>
                    <a:latin typeface="Corbel" panose="020B0503020204020204" pitchFamily="34" charset="0"/>
                    <a:cs typeface="+mn-cs"/>
                  </a:rPr>
                  <a:t>programme</a:t>
                </a:r>
              </a:p>
            </p:txBody>
          </p:sp>
          <p:sp>
            <p:nvSpPr>
              <p:cNvPr id="13" name="TextBox 12"/>
              <p:cNvSpPr txBox="1"/>
              <p:nvPr/>
            </p:nvSpPr>
            <p:spPr>
              <a:xfrm>
                <a:off x="5525840" y="3618320"/>
                <a:ext cx="1879457" cy="323165"/>
              </a:xfrm>
              <a:prstGeom prst="rect">
                <a:avLst/>
              </a:prstGeom>
              <a:noFill/>
            </p:spPr>
            <p:txBody>
              <a:bodyPr wrap="square" rtlCol="0">
                <a:spAutoFit/>
              </a:bodyPr>
              <a:lstStyle/>
              <a:p>
                <a:pPr eaLnBrk="1" fontAlgn="auto" hangingPunct="1">
                  <a:spcBef>
                    <a:spcPts val="0"/>
                  </a:spcBef>
                  <a:spcAft>
                    <a:spcPts val="0"/>
                  </a:spcAft>
                </a:pPr>
                <a:r>
                  <a:rPr lang="en-GB" sz="1500" b="1" cap="all" spc="-60" dirty="0">
                    <a:solidFill>
                      <a:srgbClr val="1E7FB8"/>
                    </a:solidFill>
                    <a:latin typeface="Leelawadee" panose="020B0502040204020203" pitchFamily="34" charset="-34"/>
                    <a:ea typeface="Lato Heavy" panose="020F0502020204030203" pitchFamily="34" charset="0"/>
                    <a:cs typeface="Leelawadee" panose="020B0502040204020203" pitchFamily="34" charset="-34"/>
                  </a:rPr>
                  <a:t>emergencies</a:t>
                </a:r>
              </a:p>
            </p:txBody>
          </p:sp>
        </p:grpSp>
      </p:grpSp>
      <p:sp>
        <p:nvSpPr>
          <p:cNvPr id="2" name="Title Placeholder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en-US"/>
              <a:t>Click to edit Master title style</a:t>
            </a:r>
            <a:endParaRPr lang="en-GB" dirty="0"/>
          </a:p>
        </p:txBody>
      </p:sp>
      <p:cxnSp>
        <p:nvCxnSpPr>
          <p:cNvPr id="16" name="Straight Connector 15"/>
          <p:cNvCxnSpPr/>
          <p:nvPr/>
        </p:nvCxnSpPr>
        <p:spPr>
          <a:xfrm>
            <a:off x="-12288" y="6215809"/>
            <a:ext cx="12204288" cy="0"/>
          </a:xfrm>
          <a:prstGeom prst="line">
            <a:avLst/>
          </a:prstGeom>
          <a:ln w="25400"/>
        </p:spPr>
        <p:style>
          <a:lnRef idx="1">
            <a:schemeClr val="accent1"/>
          </a:lnRef>
          <a:fillRef idx="0">
            <a:schemeClr val="accent1"/>
          </a:fillRef>
          <a:effectRef idx="0">
            <a:schemeClr val="accent1"/>
          </a:effectRef>
          <a:fontRef idx="minor">
            <a:schemeClr val="tx1"/>
          </a:fontRef>
        </p:style>
      </p:cxnSp>
      <p:sp>
        <p:nvSpPr>
          <p:cNvPr id="18" name="Date Placeholder 17"/>
          <p:cNvSpPr>
            <a:spLocks noGrp="1"/>
          </p:cNvSpPr>
          <p:nvPr>
            <p:ph type="dt" sz="half" idx="2"/>
          </p:nvPr>
        </p:nvSpPr>
        <p:spPr>
          <a:xfrm>
            <a:off x="8880000" y="36001"/>
            <a:ext cx="2844800" cy="365125"/>
          </a:xfrm>
          <a:prstGeom prst="rect">
            <a:avLst/>
          </a:prstGeom>
        </p:spPr>
        <p:txBody>
          <a:bodyPr vert="horz" lIns="91440" tIns="45720" rIns="91440" bIns="45720" rtlCol="0" anchor="ctr"/>
          <a:lstStyle>
            <a:lvl1pPr algn="r">
              <a:defRPr sz="900">
                <a:solidFill>
                  <a:schemeClr val="bg1"/>
                </a:solidFill>
                <a:latin typeface="Segoe Condensed" panose="020B0606040200020203" pitchFamily="34" charset="0"/>
              </a:defRPr>
            </a:lvl1pPr>
          </a:lstStyle>
          <a:p>
            <a:fld id="{6C0063D3-2A43-4DB9-8D47-89A6771FB05A}" type="datetime1">
              <a:rPr lang="en-US" smtClean="0"/>
              <a:t>10/16/2025</a:t>
            </a:fld>
            <a:endParaRPr lang="en-US"/>
          </a:p>
        </p:txBody>
      </p:sp>
      <p:pic>
        <p:nvPicPr>
          <p:cNvPr id="15" name="Picture 14">
            <a:extLst>
              <a:ext uri="{FF2B5EF4-FFF2-40B4-BE49-F238E27FC236}">
                <a16:creationId xmlns:a16="http://schemas.microsoft.com/office/drawing/2014/main" id="{80D29B7D-47C4-4640-9003-C8A639EDE5BC}"/>
              </a:ext>
            </a:extLst>
          </p:cNvPr>
          <p:cNvPicPr>
            <a:picLocks noChangeAspect="1"/>
          </p:cNvPicPr>
          <p:nvPr userDrawn="1"/>
        </p:nvPicPr>
        <p:blipFill>
          <a:blip r:embed="rId27"/>
          <a:stretch>
            <a:fillRect/>
          </a:stretch>
        </p:blipFill>
        <p:spPr>
          <a:xfrm>
            <a:off x="465513" y="6308731"/>
            <a:ext cx="1498204" cy="458558"/>
          </a:xfrm>
          <a:prstGeom prst="rect">
            <a:avLst/>
          </a:prstGeom>
        </p:spPr>
      </p:pic>
      <p:pic>
        <p:nvPicPr>
          <p:cNvPr id="17" name="Picture 16" descr="Text&#10;&#10;Description automatically generated">
            <a:extLst>
              <a:ext uri="{FF2B5EF4-FFF2-40B4-BE49-F238E27FC236}">
                <a16:creationId xmlns:a16="http://schemas.microsoft.com/office/drawing/2014/main" id="{35E5C65A-8841-41E0-83A7-2AD328E1B1F1}"/>
              </a:ext>
            </a:extLst>
          </p:cNvPr>
          <p:cNvPicPr>
            <a:picLocks noChangeAspect="1"/>
          </p:cNvPicPr>
          <p:nvPr userDrawn="1"/>
        </p:nvPicPr>
        <p:blipFill rotWithShape="1">
          <a:blip r:embed="rId28">
            <a:extLst>
              <a:ext uri="{28A0092B-C50C-407E-A947-70E740481C1C}">
                <a14:useLocalDpi xmlns:a14="http://schemas.microsoft.com/office/drawing/2010/main" val="0"/>
              </a:ext>
            </a:extLst>
          </a:blip>
          <a:srcRect l="7316" t="36544" r="11732" b="26452"/>
          <a:stretch/>
        </p:blipFill>
        <p:spPr>
          <a:xfrm>
            <a:off x="4564853" y="6339489"/>
            <a:ext cx="3050006" cy="397042"/>
          </a:xfrm>
          <a:prstGeom prst="rect">
            <a:avLst/>
          </a:prstGeom>
        </p:spPr>
      </p:pic>
      <p:sp>
        <p:nvSpPr>
          <p:cNvPr id="5" name="TextBox 4">
            <a:extLst>
              <a:ext uri="{FF2B5EF4-FFF2-40B4-BE49-F238E27FC236}">
                <a16:creationId xmlns:a16="http://schemas.microsoft.com/office/drawing/2014/main" id="{1E59FCA0-9D3E-33E9-8B3B-09DC29EA35A3}"/>
              </a:ext>
            </a:extLst>
          </p:cNvPr>
          <p:cNvSpPr txBox="1"/>
          <p:nvPr userDrawn="1"/>
        </p:nvSpPr>
        <p:spPr>
          <a:xfrm rot="20552992">
            <a:off x="377278" y="3049261"/>
            <a:ext cx="11005052" cy="1200329"/>
          </a:xfrm>
          <a:prstGeom prst="rect">
            <a:avLst/>
          </a:prstGeom>
          <a:noFill/>
        </p:spPr>
        <p:txBody>
          <a:bodyPr wrap="square" rtlCol="0">
            <a:spAutoFit/>
          </a:bodyPr>
          <a:lstStyle/>
          <a:p>
            <a:pPr algn="ctr"/>
            <a:r>
              <a:rPr lang="en-US" sz="7200" dirty="0">
                <a:solidFill>
                  <a:srgbClr val="1E7FB8">
                    <a:alpha val="20000"/>
                  </a:srgbClr>
                </a:solidFill>
              </a:rPr>
              <a:t>Confidential, not for sharing</a:t>
            </a:r>
          </a:p>
        </p:txBody>
      </p:sp>
    </p:spTree>
    <p:extLst>
      <p:ext uri="{BB962C8B-B14F-4D97-AF65-F5344CB8AC3E}">
        <p14:creationId xmlns:p14="http://schemas.microsoft.com/office/powerpoint/2010/main" val="2121286236"/>
      </p:ext>
    </p:extLst>
  </p:cSld>
  <p:clrMap bg1="lt1" tx1="dk1" bg2="lt2" tx2="dk2" accent1="accent1" accent2="accent2" accent3="accent3" accent4="accent4" accent5="accent5" accent6="accent6" hlink="hlink" folHlink="folHlink"/>
  <p:sldLayoutIdLst>
    <p:sldLayoutId id="2147483689" r:id="rId1"/>
    <p:sldLayoutId id="2147483662" r:id="rId2"/>
    <p:sldLayoutId id="2147483673" r:id="rId3"/>
    <p:sldLayoutId id="2147483676" r:id="rId4"/>
    <p:sldLayoutId id="2147483675" r:id="rId5"/>
    <p:sldLayoutId id="2147483663" r:id="rId6"/>
    <p:sldLayoutId id="2147483664" r:id="rId7"/>
    <p:sldLayoutId id="2147483674" r:id="rId8"/>
    <p:sldLayoutId id="2147483677" r:id="rId9"/>
    <p:sldLayoutId id="2147483665" r:id="rId10"/>
    <p:sldLayoutId id="2147483666" r:id="rId11"/>
    <p:sldLayoutId id="2147483667" r:id="rId12"/>
    <p:sldLayoutId id="2147483668" r:id="rId13"/>
    <p:sldLayoutId id="2147483669" r:id="rId14"/>
    <p:sldLayoutId id="2147483670" r:id="rId15"/>
    <p:sldLayoutId id="2147483671" r:id="rId16"/>
    <p:sldLayoutId id="2147483678" r:id="rId17"/>
    <p:sldLayoutId id="2147483679" r:id="rId18"/>
    <p:sldLayoutId id="2147483684" r:id="rId19"/>
    <p:sldLayoutId id="2147483680" r:id="rId20"/>
    <p:sldLayoutId id="2147483681" r:id="rId21"/>
    <p:sldLayoutId id="2147483682" r:id="rId22"/>
    <p:sldLayoutId id="2147483687" r:id="rId23"/>
    <p:sldLayoutId id="2147483686" r:id="rId24"/>
    <p:sldLayoutId id="2147483688" r:id="rId25"/>
  </p:sldLayoutIdLst>
  <p:hf hdr="0" ftr="0" dt="0"/>
  <p:txStyles>
    <p:titleStyle>
      <a:lvl1pPr algn="l" defTabSz="685800" rtl="0" eaLnBrk="1" latinLnBrk="0" hangingPunct="1">
        <a:spcBef>
          <a:spcPct val="0"/>
        </a:spcBef>
        <a:buNone/>
        <a:defRPr sz="3300" b="1" kern="1200">
          <a:solidFill>
            <a:schemeClr val="bg1"/>
          </a:solidFill>
          <a:latin typeface="Segoe Condensed" panose="020B0606040200020203" pitchFamily="34" charset="0"/>
          <a:ea typeface="+mj-ea"/>
          <a:cs typeface="+mj-cs"/>
        </a:defRPr>
      </a:lvl1pPr>
    </p:titleStyle>
    <p:bodyStyle>
      <a:lvl1pPr marL="257175" indent="-257175" algn="l" defTabSz="685800" rtl="0" eaLnBrk="1" latinLnBrk="0" hangingPunct="1">
        <a:spcBef>
          <a:spcPct val="20000"/>
        </a:spcBef>
        <a:buFont typeface="Arial" panose="020B0604020202020204" pitchFamily="34" charset="0"/>
        <a:buChar char="•"/>
        <a:defRPr sz="2400" b="1" kern="1200">
          <a:solidFill>
            <a:schemeClr val="tx1">
              <a:lumMod val="50000"/>
              <a:lumOff val="50000"/>
            </a:schemeClr>
          </a:solidFill>
          <a:latin typeface="Segoe Condensed" panose="020B0606040200020203" pitchFamily="34" charset="0"/>
          <a:ea typeface="+mn-ea"/>
          <a:cs typeface="+mn-cs"/>
        </a:defRPr>
      </a:lvl1pPr>
      <a:lvl2pPr marL="557213" indent="-214313" algn="l" defTabSz="685800" rtl="0" eaLnBrk="1" latinLnBrk="0" hangingPunct="1">
        <a:spcBef>
          <a:spcPct val="20000"/>
        </a:spcBef>
        <a:buFont typeface="Arial" panose="020B0604020202020204" pitchFamily="34" charset="0"/>
        <a:buChar char="–"/>
        <a:defRPr sz="2100" b="1" kern="1200">
          <a:solidFill>
            <a:schemeClr val="tx1">
              <a:lumMod val="50000"/>
              <a:lumOff val="50000"/>
            </a:schemeClr>
          </a:solidFill>
          <a:latin typeface="Segoe Condensed" panose="020B0606040200020203" pitchFamily="34" charset="0"/>
          <a:ea typeface="+mn-ea"/>
          <a:cs typeface="+mn-cs"/>
        </a:defRPr>
      </a:lvl2pPr>
      <a:lvl3pPr marL="857250" indent="-171450" algn="l" defTabSz="685800" rtl="0" eaLnBrk="1" latinLnBrk="0" hangingPunct="1">
        <a:spcBef>
          <a:spcPct val="20000"/>
        </a:spcBef>
        <a:buFont typeface="Arial" panose="020B0604020202020204" pitchFamily="34" charset="0"/>
        <a:buChar char="•"/>
        <a:defRPr sz="1800" b="1" kern="1200">
          <a:solidFill>
            <a:schemeClr val="tx1">
              <a:lumMod val="50000"/>
              <a:lumOff val="50000"/>
            </a:schemeClr>
          </a:solidFill>
          <a:latin typeface="Segoe Condensed" panose="020B0606040200020203" pitchFamily="34" charset="0"/>
          <a:ea typeface="+mn-ea"/>
          <a:cs typeface="+mn-cs"/>
        </a:defRPr>
      </a:lvl3pPr>
      <a:lvl4pPr marL="1200150" indent="-171450" algn="l" defTabSz="685800" rtl="0" eaLnBrk="1" latinLnBrk="0" hangingPunct="1">
        <a:spcBef>
          <a:spcPct val="20000"/>
        </a:spcBef>
        <a:buFont typeface="Arial" panose="020B0604020202020204" pitchFamily="34" charset="0"/>
        <a:buChar char="–"/>
        <a:defRPr sz="1500" b="1" kern="1200">
          <a:solidFill>
            <a:schemeClr val="tx1">
              <a:lumMod val="50000"/>
              <a:lumOff val="50000"/>
            </a:schemeClr>
          </a:solidFill>
          <a:latin typeface="Segoe Condensed" panose="020B0606040200020203" pitchFamily="34" charset="0"/>
          <a:ea typeface="+mn-ea"/>
          <a:cs typeface="+mn-cs"/>
        </a:defRPr>
      </a:lvl4pPr>
      <a:lvl5pPr marL="1543050" indent="-171450" algn="l" defTabSz="685800" rtl="0" eaLnBrk="1" latinLnBrk="0" hangingPunct="1">
        <a:spcBef>
          <a:spcPct val="20000"/>
        </a:spcBef>
        <a:buFont typeface="Arial" panose="020B0604020202020204" pitchFamily="34" charset="0"/>
        <a:buChar char="»"/>
        <a:defRPr sz="1500" b="1" kern="1200">
          <a:solidFill>
            <a:schemeClr val="tx1">
              <a:lumMod val="50000"/>
              <a:lumOff val="50000"/>
            </a:schemeClr>
          </a:solidFill>
          <a:latin typeface="Segoe Condensed" panose="020B0606040200020203" pitchFamily="34" charset="0"/>
          <a:ea typeface="+mn-ea"/>
          <a:cs typeface="+mn-cs"/>
        </a:defRPr>
      </a:lvl5pPr>
      <a:lvl6pPr marL="1885950" indent="-171450" algn="l" defTabSz="685800" rtl="0" eaLnBrk="1" latinLnBrk="0" hangingPunct="1">
        <a:spcBef>
          <a:spcPct val="20000"/>
        </a:spcBef>
        <a:buFont typeface="Arial" panose="020B0604020202020204" pitchFamily="34" charset="0"/>
        <a:buChar char="•"/>
        <a:defRPr sz="1500" kern="1200">
          <a:solidFill>
            <a:schemeClr val="tx1"/>
          </a:solidFill>
          <a:latin typeface="+mn-lt"/>
          <a:ea typeface="+mn-ea"/>
          <a:cs typeface="+mn-cs"/>
        </a:defRPr>
      </a:lvl6pPr>
      <a:lvl7pPr marL="2228850" indent="-171450" algn="l" defTabSz="685800" rtl="0" eaLnBrk="1" latinLnBrk="0" hangingPunct="1">
        <a:spcBef>
          <a:spcPct val="20000"/>
        </a:spcBef>
        <a:buFont typeface="Arial" panose="020B0604020202020204" pitchFamily="34" charset="0"/>
        <a:buChar char="•"/>
        <a:defRPr sz="1500" kern="1200">
          <a:solidFill>
            <a:schemeClr val="tx1"/>
          </a:solidFill>
          <a:latin typeface="+mn-lt"/>
          <a:ea typeface="+mn-ea"/>
          <a:cs typeface="+mn-cs"/>
        </a:defRPr>
      </a:lvl7pPr>
      <a:lvl8pPr marL="2571750" indent="-171450" algn="l" defTabSz="685800" rtl="0" eaLnBrk="1" latinLnBrk="0" hangingPunct="1">
        <a:spcBef>
          <a:spcPct val="20000"/>
        </a:spcBef>
        <a:buFont typeface="Arial" panose="020B0604020202020204" pitchFamily="34" charset="0"/>
        <a:buChar char="•"/>
        <a:defRPr sz="1500" kern="1200">
          <a:solidFill>
            <a:schemeClr val="tx1"/>
          </a:solidFill>
          <a:latin typeface="+mn-lt"/>
          <a:ea typeface="+mn-ea"/>
          <a:cs typeface="+mn-cs"/>
        </a:defRPr>
      </a:lvl8pPr>
      <a:lvl9pPr marL="2914650" indent="-171450" algn="l" defTabSz="685800" rtl="0" eaLnBrk="1" latinLnBrk="0" hangingPunct="1">
        <a:spcBef>
          <a:spcPct val="20000"/>
        </a:spcBef>
        <a:buFont typeface="Arial" panose="020B0604020202020204" pitchFamily="34" charset="0"/>
        <a:buChar char="•"/>
        <a:defRPr sz="150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hyperlink" Target="mailto:goarn@who.int" TargetMode="External"/><Relationship Id="rId2" Type="http://schemas.openxmlformats.org/officeDocument/2006/relationships/hyperlink" Target="mailto:outbreak@who.int" TargetMode="Externa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1836738"/>
            <a:ext cx="10972800" cy="1143000"/>
          </a:xfrm>
        </p:spPr>
        <p:txBody>
          <a:bodyPr/>
          <a:lstStyle/>
          <a:p>
            <a:r>
              <a:t>Public Health Intelligence (acute events) GOARN Presentation</a:t>
            </a:r>
          </a:p>
        </p:txBody>
      </p:sp>
      <p:sp>
        <p:nvSpPr>
          <p:cNvPr id="3" name="Rectangle 1"/>
          <p:cNvSpPr>
            <a:spLocks noGrp="1"/>
          </p:cNvSpPr>
          <p:nvPr>
            <p:ph/>
          </p:nvPr>
        </p:nvSpPr>
        <p:spPr>
          <a:xfrm>
            <a:off x="609600" y="4537494"/>
            <a:ext cx="4566249" cy="1121434"/>
          </a:xfrm>
        </p:spPr>
        <p:txBody>
          <a:bodyPr/>
          <a:lstStyle/>
          <a:p>
            <a:r>
              <a:t>10 October 2025</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B0EFD9-403D-42E6-B2FE-352751760579}"/>
              </a:ext>
            </a:extLst>
          </p:cNvPr>
          <p:cNvSpPr>
            <a:spLocks noGrp="1"/>
          </p:cNvSpPr>
          <p:nvPr>
            <p:ph type="title"/>
          </p:nvPr>
        </p:nvSpPr>
        <p:spPr/>
        <p:txBody>
          <a:bodyPr/>
          <a:lstStyle/>
          <a:p>
            <a:r>
              <a:rPr lang="en-GB" dirty="0"/>
              <a:t>Preface</a:t>
            </a:r>
            <a:endParaRPr lang="en-US" dirty="0"/>
          </a:p>
        </p:txBody>
      </p:sp>
      <p:sp>
        <p:nvSpPr>
          <p:cNvPr id="3" name="Content Placeholder 2">
            <a:extLst>
              <a:ext uri="{FF2B5EF4-FFF2-40B4-BE49-F238E27FC236}">
                <a16:creationId xmlns:a16="http://schemas.microsoft.com/office/drawing/2014/main" id="{F06207D2-CACC-44E7-87C2-03B2C7DD4303}"/>
              </a:ext>
            </a:extLst>
          </p:cNvPr>
          <p:cNvSpPr>
            <a:spLocks noGrp="1"/>
          </p:cNvSpPr>
          <p:nvPr>
            <p:ph idx="1"/>
          </p:nvPr>
        </p:nvSpPr>
        <p:spPr>
          <a:xfrm>
            <a:off x="609600" y="1384543"/>
            <a:ext cx="10972800" cy="4525963"/>
          </a:xfrm>
        </p:spPr>
        <p:txBody>
          <a:bodyPr vert="horz" lIns="91440" tIns="45720" rIns="91440" bIns="45720" rtlCol="0" anchor="t">
            <a:normAutofit/>
          </a:bodyPr>
          <a:lstStyle/>
          <a:p>
            <a:r>
              <a:rPr lang="en-US" sz="2200" dirty="0">
                <a:latin typeface="Segoe Condensed"/>
              </a:rPr>
              <a:t>The following slides are not final and are produced solely for the purposes of informing operations. All information in this slide deck should be treated as confidential and provisional, and </a:t>
            </a:r>
            <a:r>
              <a:rPr lang="en-US" sz="2200" b="1" dirty="0">
                <a:latin typeface="Segoe Condensed"/>
              </a:rPr>
              <a:t>should not be shared or used for any outward facing products</a:t>
            </a:r>
            <a:r>
              <a:rPr lang="en-US" sz="2200" dirty="0">
                <a:latin typeface="Segoe Condensed"/>
              </a:rPr>
              <a:t>.</a:t>
            </a:r>
          </a:p>
          <a:p>
            <a:r>
              <a:rPr lang="en-US" sz="2200" dirty="0">
                <a:latin typeface="Segoe Condensed"/>
              </a:rPr>
              <a:t>Caution must be taken when interpreting all data presented. Differences between information products published by WHO, national public health authorities, and other sources using different inclusion criteria and different data cut-off times are to be expected. While steps are taken to ensure accuracy and reliability, all data are subject to continuous verification and change. Counts are subject to variations in case detection, definitions, laboratory testing, and reporting strategies and capacities between countries, states and territories.​</a:t>
            </a:r>
          </a:p>
          <a:p>
            <a:r>
              <a:rPr lang="en-GB" sz="2200" dirty="0">
                <a:latin typeface="Segoe Condensed"/>
              </a:rPr>
              <a:t>The signals and/or events presented here may not be recorded in EMS or on the emergency dashboard.</a:t>
            </a:r>
          </a:p>
        </p:txBody>
      </p:sp>
      <p:sp>
        <p:nvSpPr>
          <p:cNvPr id="4" name="Slide Number Placeholder 3">
            <a:extLst>
              <a:ext uri="{FF2B5EF4-FFF2-40B4-BE49-F238E27FC236}">
                <a16:creationId xmlns:a16="http://schemas.microsoft.com/office/drawing/2014/main" id="{7BE90D03-66B0-4F8A-B8A2-906D47416595}"/>
              </a:ext>
            </a:extLst>
          </p:cNvPr>
          <p:cNvSpPr>
            <a:spLocks noGrp="1"/>
          </p:cNvSpPr>
          <p:nvPr>
            <p:ph type="sldNum" sz="quarter" idx="12"/>
          </p:nvPr>
        </p:nvSpPr>
        <p:spPr/>
        <p:txBody>
          <a:bodyPr/>
          <a:lstStyle/>
          <a:p>
            <a:fld id="{C5EF2332-01BF-834F-8236-50238282D533}" type="slidenum">
              <a:rPr lang="en-US" smtClean="0"/>
              <a:t>2</a:t>
            </a:fld>
            <a:endParaRPr lang="en-US"/>
          </a:p>
        </p:txBody>
      </p:sp>
    </p:spTree>
    <p:extLst>
      <p:ext uri="{BB962C8B-B14F-4D97-AF65-F5344CB8AC3E}">
        <p14:creationId xmlns:p14="http://schemas.microsoft.com/office/powerpoint/2010/main" val="384576583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CC0878-C8E5-4FF4-B70A-5717E35795E8}"/>
              </a:ext>
            </a:extLst>
          </p:cNvPr>
          <p:cNvSpPr>
            <a:spLocks noGrp="1"/>
          </p:cNvSpPr>
          <p:nvPr>
            <p:ph type="title"/>
          </p:nvPr>
        </p:nvSpPr>
        <p:spPr/>
        <p:txBody>
          <a:bodyPr>
            <a:normAutofit/>
          </a:bodyPr>
          <a:lstStyle/>
          <a:p>
            <a:r>
              <a:rPr lang="en-GB" sz="2800">
                <a:latin typeface="Segoe Condensed"/>
              </a:rPr>
              <a:t>Detection, verification, risk assessment, communication and response process</a:t>
            </a:r>
            <a:endParaRPr lang="en-US" sz="2800"/>
          </a:p>
        </p:txBody>
      </p:sp>
      <p:pic>
        <p:nvPicPr>
          <p:cNvPr id="3" name="Content Placeholder 7">
            <a:extLst>
              <a:ext uri="{FF2B5EF4-FFF2-40B4-BE49-F238E27FC236}">
                <a16:creationId xmlns:a16="http://schemas.microsoft.com/office/drawing/2014/main" id="{033D863D-6444-4ECB-AE0C-42B92516DC34}"/>
              </a:ext>
            </a:extLst>
          </p:cNvPr>
          <p:cNvPicPr>
            <a:picLocks noGrp="1" noChangeAspect="1"/>
          </p:cNvPicPr>
          <p:nvPr>
            <p:ph idx="1"/>
          </p:nvPr>
        </p:nvPicPr>
        <p:blipFill>
          <a:blip r:embed="rId2"/>
          <a:stretch>
            <a:fillRect/>
          </a:stretch>
        </p:blipFill>
        <p:spPr>
          <a:xfrm>
            <a:off x="2964196" y="1422107"/>
            <a:ext cx="6640679" cy="4525963"/>
          </a:xfrm>
        </p:spPr>
      </p:pic>
      <p:sp>
        <p:nvSpPr>
          <p:cNvPr id="4" name="Slide Number Placeholder 8">
            <a:extLst>
              <a:ext uri="{FF2B5EF4-FFF2-40B4-BE49-F238E27FC236}">
                <a16:creationId xmlns:a16="http://schemas.microsoft.com/office/drawing/2014/main" id="{3F415774-0DEE-48C3-BFB1-708BC8B200DA}"/>
              </a:ext>
            </a:extLst>
          </p:cNvPr>
          <p:cNvSpPr>
            <a:spLocks noGrp="1"/>
          </p:cNvSpPr>
          <p:nvPr>
            <p:ph type="sldNum" sz="quarter" idx="12"/>
          </p:nvPr>
        </p:nvSpPr>
        <p:spPr/>
        <p:txBody>
          <a:bodyPr/>
          <a:lstStyle/>
          <a:p>
            <a:fld id="{C5EF2332-01BF-834F-8236-50238282D533}" type="slidenum">
              <a:rPr lang="en-US" smtClean="0"/>
              <a:t>3</a:t>
            </a:fld>
            <a:endParaRPr lang="en-US"/>
          </a:p>
        </p:txBody>
      </p:sp>
    </p:spTree>
    <p:extLst>
      <p:ext uri="{BB962C8B-B14F-4D97-AF65-F5344CB8AC3E}">
        <p14:creationId xmlns:p14="http://schemas.microsoft.com/office/powerpoint/2010/main" val="327969017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Slide Number Placeholder 2">
            <a:extLst>
              <a:ext uri="{FF2B5EF4-FFF2-40B4-BE49-F238E27FC236}">
                <a16:creationId xmlns:a16="http://schemas.microsoft.com/office/drawing/2014/main" id="{BB88C674-CB77-39DC-E865-6489B20914C6}"/>
              </a:ext>
            </a:extLst>
          </p:cNvPr>
          <p:cNvSpPr>
            <a:spLocks noGrp="1"/>
          </p:cNvSpPr>
          <p:nvPr>
            <p:ph type="sldNum" sz="quarter" idx="12"/>
          </p:nvPr>
        </p:nvSpPr>
        <p:spPr/>
        <p:txBody>
          <a:bodyPr/>
          <a:lstStyle/>
          <a:p>
            <a:fld id="{C5EF2332-01BF-834F-8236-50238282D533}" type="slidenum">
              <a:rPr lang="en-US" smtClean="0"/>
              <a:t>4</a:t>
            </a:fld>
            <a:endParaRPr lang="en-US"/>
          </a:p>
        </p:txBody>
      </p:sp>
      <p:sp>
        <p:nvSpPr>
          <p:cNvPr id="3" name="Title 3">
            <a:extLst>
              <a:ext uri="{FF2B5EF4-FFF2-40B4-BE49-F238E27FC236}">
                <a16:creationId xmlns:a16="http://schemas.microsoft.com/office/drawing/2014/main" id="{4683935D-31E0-9339-A431-CA6C1517C464}"/>
              </a:ext>
            </a:extLst>
          </p:cNvPr>
          <p:cNvSpPr>
            <a:spLocks noGrp="1"/>
          </p:cNvSpPr>
          <p:nvPr>
            <p:ph type="title"/>
          </p:nvPr>
        </p:nvSpPr>
        <p:spPr/>
        <p:txBody>
          <a:bodyPr/>
          <a:lstStyle/>
          <a:p>
            <a:r>
              <a:rPr lang="en-US" dirty="0">
                <a:latin typeface="Segoe Condensed"/>
              </a:rPr>
              <a:t>WHO-HQ PHI information flow</a:t>
            </a:r>
          </a:p>
        </p:txBody>
      </p:sp>
      <p:sp>
        <p:nvSpPr>
          <p:cNvPr id="4" name="Rectangle 192">
            <a:extLst>
              <a:ext uri="{FF2B5EF4-FFF2-40B4-BE49-F238E27FC236}">
                <a16:creationId xmlns:a16="http://schemas.microsoft.com/office/drawing/2014/main" id="{C6426A16-392B-0252-CE4E-60E34A8B3AD4}"/>
              </a:ext>
            </a:extLst>
          </p:cNvPr>
          <p:cNvSpPr/>
          <p:nvPr/>
        </p:nvSpPr>
        <p:spPr>
          <a:xfrm>
            <a:off x="2374900" y="5384800"/>
            <a:ext cx="5956300" cy="147320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191">
            <a:extLst>
              <a:ext uri="{FF2B5EF4-FFF2-40B4-BE49-F238E27FC236}">
                <a16:creationId xmlns:a16="http://schemas.microsoft.com/office/drawing/2014/main" id="{3351601C-F753-B57F-C541-35B22EDF38D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868907" y="1201490"/>
            <a:ext cx="6224293" cy="5656510"/>
          </a:xfrm>
          <a:prstGeom prst="rect">
            <a:avLst/>
          </a:prstGeom>
        </p:spPr>
      </p:pic>
    </p:spTree>
    <p:extLst>
      <p:ext uri="{BB962C8B-B14F-4D97-AF65-F5344CB8AC3E}">
        <p14:creationId xmlns:p14="http://schemas.microsoft.com/office/powerpoint/2010/main" val="66251995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ext Placeholder 7">
            <a:extLst>
              <a:ext uri="{FF2B5EF4-FFF2-40B4-BE49-F238E27FC236}">
                <a16:creationId xmlns:a16="http://schemas.microsoft.com/office/drawing/2014/main" id="{916DA2E9-D0E8-42E6-4581-F0457AD49AAA}"/>
              </a:ext>
            </a:extLst>
          </p:cNvPr>
          <p:cNvSpPr>
            <a:spLocks noGrp="1"/>
          </p:cNvSpPr>
          <p:nvPr>
            <p:ph type="body" idx="1"/>
          </p:nvPr>
        </p:nvSpPr>
        <p:spPr>
          <a:xfrm>
            <a:off x="465221" y="1160650"/>
            <a:ext cx="9292389" cy="639762"/>
          </a:xfrm>
        </p:spPr>
        <p:txBody>
          <a:bodyPr>
            <a:normAutofit/>
          </a:bodyPr>
          <a:lstStyle/>
          <a:p>
            <a:r>
              <a:rPr lang="en-GB" dirty="0"/>
              <a:t>Detection and verification occur through three different pathways simultaneously: </a:t>
            </a:r>
            <a:endParaRPr lang="en-US" dirty="0"/>
          </a:p>
        </p:txBody>
      </p:sp>
      <p:sp>
        <p:nvSpPr>
          <p:cNvPr id="3" name="Content Placeholder 1">
            <a:extLst>
              <a:ext uri="{FF2B5EF4-FFF2-40B4-BE49-F238E27FC236}">
                <a16:creationId xmlns:a16="http://schemas.microsoft.com/office/drawing/2014/main" id="{061F52C1-FD5B-2850-943B-B60A4F5EDF69}"/>
              </a:ext>
            </a:extLst>
          </p:cNvPr>
          <p:cNvSpPr>
            <a:spLocks noGrp="1"/>
          </p:cNvSpPr>
          <p:nvPr>
            <p:ph sz="half" idx="2"/>
          </p:nvPr>
        </p:nvSpPr>
        <p:spPr>
          <a:xfrm>
            <a:off x="609599" y="1847830"/>
            <a:ext cx="10724147" cy="2336967"/>
          </a:xfrm>
        </p:spPr>
        <p:txBody>
          <a:bodyPr vert="horz" lIns="91440" tIns="45720" rIns="91440" bIns="45720" rtlCol="0" anchor="t">
            <a:noAutofit/>
          </a:bodyPr>
          <a:lstStyle/>
          <a:p>
            <a:pPr marL="342900" marR="0" algn="just" defTabSz="685800" rtl="0" eaLnBrk="1" fontAlgn="auto" latinLnBrk="0" hangingPunct="1">
              <a:lnSpc>
                <a:spcPct val="100000"/>
              </a:lnSpc>
              <a:spcBef>
                <a:spcPct val="20000"/>
              </a:spcBef>
              <a:spcAft>
                <a:spcPts val="0"/>
              </a:spcAft>
              <a:buClrTx/>
              <a:buSzTx/>
              <a:buAutoNum type="arabicPeriod"/>
              <a:tabLst/>
              <a:defRPr/>
            </a:pPr>
            <a:r>
              <a:rPr kumimoji="0" lang="en-GB" sz="1700" b="1" i="0" u="none" strike="noStrike" kern="1200" cap="none" spc="0" normalizeH="0" baseline="0" noProof="0" dirty="0">
                <a:ln>
                  <a:noFill/>
                </a:ln>
                <a:solidFill>
                  <a:prstClr val="black"/>
                </a:solidFill>
                <a:effectLst/>
                <a:uLnTx/>
                <a:uFillTx/>
                <a:latin typeface="Segoe Condensed"/>
              </a:rPr>
              <a:t>Epidemic Intelligence from Open Source (EIOS) monitoring: </a:t>
            </a:r>
            <a:r>
              <a:rPr kumimoji="0" lang="en-GB" sz="1700" b="0" i="0" u="none" strike="noStrike" kern="1200" cap="none" spc="0" normalizeH="0" baseline="0" noProof="0" dirty="0">
                <a:ln>
                  <a:noFill/>
                </a:ln>
                <a:solidFill>
                  <a:prstClr val="black"/>
                </a:solidFill>
                <a:effectLst/>
                <a:uLnTx/>
                <a:uFillTx/>
                <a:latin typeface="Segoe Condensed"/>
              </a:rPr>
              <a:t>to detect signals through event-based surveillance, this includes signals on human health, animal health (zoonosis), undiagnosed disease with potential threat to human health</a:t>
            </a:r>
            <a:r>
              <a:rPr kumimoji="0" lang="en-GB" sz="1700" b="0" i="0" u="none" strike="sngStrike" kern="1200" cap="none" spc="0" normalizeH="0" baseline="0" noProof="0" dirty="0">
                <a:ln>
                  <a:noFill/>
                </a:ln>
                <a:solidFill>
                  <a:prstClr val="black"/>
                </a:solidFill>
                <a:effectLst/>
                <a:uLnTx/>
                <a:uFillTx/>
                <a:latin typeface="Segoe Condensed"/>
              </a:rPr>
              <a:t>)</a:t>
            </a:r>
            <a:r>
              <a:rPr kumimoji="0" lang="en-GB" sz="1700" b="0" i="0" u="none" strike="noStrike" kern="1200" cap="none" spc="0" normalizeH="0" baseline="0" noProof="0" dirty="0">
                <a:ln>
                  <a:noFill/>
                </a:ln>
                <a:solidFill>
                  <a:prstClr val="black"/>
                </a:solidFill>
                <a:effectLst/>
                <a:uLnTx/>
                <a:uFillTx/>
                <a:latin typeface="Segoe Condensed"/>
              </a:rPr>
              <a:t>, food security &amp; food safety, travel and trade restrictions, environmental and chemical hazards. </a:t>
            </a:r>
            <a:endParaRPr lang="en-US" sz="1700" b="0" i="0" u="none" strike="noStrike" kern="1200" cap="none" spc="0" normalizeH="0" baseline="0" noProof="0" dirty="0">
              <a:ln>
                <a:noFill/>
              </a:ln>
              <a:solidFill>
                <a:prstClr val="black"/>
              </a:solidFill>
              <a:effectLst/>
              <a:uLnTx/>
              <a:uFillTx/>
              <a:latin typeface="Segoe Condensed"/>
            </a:endParaRPr>
          </a:p>
          <a:p>
            <a:pPr marL="342900" marR="0" algn="just" defTabSz="685800" rtl="0" eaLnBrk="1" fontAlgn="auto" latinLnBrk="0" hangingPunct="1">
              <a:lnSpc>
                <a:spcPct val="100000"/>
              </a:lnSpc>
              <a:spcBef>
                <a:spcPct val="20000"/>
              </a:spcBef>
              <a:spcAft>
                <a:spcPts val="0"/>
              </a:spcAft>
              <a:buClrTx/>
              <a:buSzTx/>
              <a:buFont typeface="Arial" panose="020B0604020202020204" pitchFamily="34" charset="0"/>
              <a:buAutoNum type="arabicPeriod"/>
              <a:tabLst/>
              <a:defRPr/>
            </a:pPr>
            <a:r>
              <a:rPr kumimoji="0" lang="en-GB" sz="1700" b="1" i="0" u="none" strike="noStrike" kern="1200" cap="none" spc="0" normalizeH="0" baseline="0" noProof="0" dirty="0">
                <a:ln>
                  <a:noFill/>
                </a:ln>
                <a:solidFill>
                  <a:prstClr val="black"/>
                </a:solidFill>
                <a:effectLst/>
                <a:uLnTx/>
                <a:uFillTx/>
                <a:latin typeface="Segoe Condensed"/>
              </a:rPr>
              <a:t>Outbreak email monitoring:</a:t>
            </a:r>
            <a:r>
              <a:rPr kumimoji="0" lang="en-GB" sz="1700" b="0" i="0" u="none" strike="noStrike" kern="1200" cap="none" spc="0" normalizeH="0" baseline="0" noProof="0" dirty="0">
                <a:ln>
                  <a:noFill/>
                </a:ln>
                <a:solidFill>
                  <a:prstClr val="black"/>
                </a:solidFill>
                <a:effectLst/>
                <a:uLnTx/>
                <a:uFillTx/>
                <a:latin typeface="Segoe Condensed"/>
              </a:rPr>
              <a:t> to detect and verify signals, "Outbreak" receives information about signals from formal, informal sources, and indicator-based surveillance; official IHR notifications for events and updates on events are also received through “Outbreak”. </a:t>
            </a:r>
            <a:endParaRPr lang="en-US" sz="1700" b="0" i="0" u="none" strike="noStrike" kern="1200" cap="none" spc="0" normalizeH="0" baseline="0" noProof="0" dirty="0">
              <a:ln>
                <a:noFill/>
              </a:ln>
              <a:solidFill>
                <a:prstClr val="black"/>
              </a:solidFill>
              <a:effectLst/>
              <a:uLnTx/>
              <a:uFillTx/>
              <a:latin typeface="Segoe Condensed"/>
            </a:endParaRPr>
          </a:p>
          <a:p>
            <a:pPr marL="342900" marR="0" algn="just" defTabSz="685800" rtl="0" eaLnBrk="1" fontAlgn="auto" latinLnBrk="0" hangingPunct="1">
              <a:lnSpc>
                <a:spcPct val="100000"/>
              </a:lnSpc>
              <a:spcBef>
                <a:spcPct val="20000"/>
              </a:spcBef>
              <a:spcAft>
                <a:spcPts val="0"/>
              </a:spcAft>
              <a:buClrTx/>
              <a:buSzTx/>
              <a:buFont typeface="Arial" panose="020B0604020202020204" pitchFamily="34" charset="0"/>
              <a:buAutoNum type="arabicPeriod"/>
              <a:tabLst/>
              <a:defRPr/>
            </a:pPr>
            <a:r>
              <a:rPr kumimoji="0" lang="en-GB" sz="1700" b="1" i="0" u="none" strike="noStrike" kern="1200" cap="none" spc="0" normalizeH="0" baseline="0" noProof="0" dirty="0">
                <a:ln>
                  <a:noFill/>
                </a:ln>
                <a:solidFill>
                  <a:prstClr val="black"/>
                </a:solidFill>
                <a:effectLst/>
                <a:uLnTx/>
                <a:uFillTx/>
                <a:latin typeface="Segoe Condensed"/>
                <a:ea typeface="+mn-ea"/>
                <a:cs typeface="+mn-cs"/>
              </a:rPr>
              <a:t>EMS monitoring and event follow-up: </a:t>
            </a:r>
            <a:r>
              <a:rPr kumimoji="0" lang="en-GB" sz="1700" b="0" i="0" u="none" strike="noStrike" kern="1200" cap="none" spc="0" normalizeH="0" baseline="0" noProof="0" dirty="0">
                <a:ln>
                  <a:noFill/>
                </a:ln>
                <a:solidFill>
                  <a:prstClr val="black"/>
                </a:solidFill>
                <a:effectLst/>
                <a:uLnTx/>
                <a:uFillTx/>
                <a:latin typeface="Segoe Condensed"/>
                <a:ea typeface="+mn-ea"/>
                <a:cs typeface="+mn-cs"/>
              </a:rPr>
              <a:t>to determine if any identified signal is already classified as an event and to follow-up on existing events.</a:t>
            </a:r>
            <a:endParaRPr lang="en-GB" sz="1700" b="0" i="0" u="none" strike="noStrike" kern="1200" cap="none" spc="0" normalizeH="0" baseline="0" noProof="0" dirty="0">
              <a:ln>
                <a:noFill/>
              </a:ln>
              <a:solidFill>
                <a:prstClr val="black"/>
              </a:solidFill>
              <a:effectLst/>
              <a:uLnTx/>
              <a:uFillTx/>
              <a:latin typeface="Segoe Condensed"/>
            </a:endParaRPr>
          </a:p>
          <a:p>
            <a:pPr marL="0" indent="0">
              <a:buNone/>
            </a:pPr>
            <a:endParaRPr lang="en-US" dirty="0"/>
          </a:p>
        </p:txBody>
      </p:sp>
      <p:sp>
        <p:nvSpPr>
          <p:cNvPr id="4" name="Slide Number Placeholder 3">
            <a:extLst>
              <a:ext uri="{FF2B5EF4-FFF2-40B4-BE49-F238E27FC236}">
                <a16:creationId xmlns:a16="http://schemas.microsoft.com/office/drawing/2014/main" id="{740A8240-DC3F-10BB-22C9-CBE9DE4B7667}"/>
              </a:ext>
            </a:extLst>
          </p:cNvPr>
          <p:cNvSpPr>
            <a:spLocks noGrp="1"/>
          </p:cNvSpPr>
          <p:nvPr>
            <p:ph type="sldNum" sz="quarter" idx="12"/>
          </p:nvPr>
        </p:nvSpPr>
        <p:spPr/>
        <p:txBody>
          <a:bodyPr/>
          <a:lstStyle/>
          <a:p>
            <a:fld id="{C5EF2332-01BF-834F-8236-50238282D533}" type="slidenum">
              <a:rPr lang="en-US" smtClean="0"/>
              <a:t>5</a:t>
            </a:fld>
            <a:endParaRPr lang="en-US"/>
          </a:p>
        </p:txBody>
      </p:sp>
      <p:sp>
        <p:nvSpPr>
          <p:cNvPr id="5" name="Title 1">
            <a:extLst>
              <a:ext uri="{FF2B5EF4-FFF2-40B4-BE49-F238E27FC236}">
                <a16:creationId xmlns:a16="http://schemas.microsoft.com/office/drawing/2014/main" id="{153D010C-65ED-9E94-1600-75351F868F59}"/>
              </a:ext>
            </a:extLst>
          </p:cNvPr>
          <p:cNvSpPr>
            <a:spLocks noGrp="1"/>
          </p:cNvSpPr>
          <p:nvPr>
            <p:ph type="title"/>
          </p:nvPr>
        </p:nvSpPr>
        <p:spPr>
          <a:xfrm>
            <a:off x="609600" y="161925"/>
            <a:ext cx="10972800" cy="1143000"/>
          </a:xfrm>
        </p:spPr>
        <p:txBody>
          <a:bodyPr/>
          <a:lstStyle/>
          <a:p>
            <a:r>
              <a:rPr lang="en-GB">
                <a:latin typeface="Segoe Condensed"/>
              </a:rPr>
              <a:t>Detection and Verification Process</a:t>
            </a:r>
            <a:endParaRPr lang="en-US"/>
          </a:p>
        </p:txBody>
      </p:sp>
      <p:sp>
        <p:nvSpPr>
          <p:cNvPr id="6" name="Text Placeholder 8">
            <a:extLst>
              <a:ext uri="{FF2B5EF4-FFF2-40B4-BE49-F238E27FC236}">
                <a16:creationId xmlns:a16="http://schemas.microsoft.com/office/drawing/2014/main" id="{D48BF65A-D79D-C586-BFA2-B2F7F3B6B5BF}"/>
              </a:ext>
            </a:extLst>
          </p:cNvPr>
          <p:cNvSpPr>
            <a:spLocks noGrp="1"/>
          </p:cNvSpPr>
          <p:nvPr>
            <p:ph type="body" sz="quarter" idx="3"/>
          </p:nvPr>
        </p:nvSpPr>
        <p:spPr>
          <a:xfrm>
            <a:off x="465221" y="4184797"/>
            <a:ext cx="10724147" cy="639762"/>
          </a:xfrm>
        </p:spPr>
        <p:txBody>
          <a:bodyPr/>
          <a:lstStyle/>
          <a:p>
            <a:r>
              <a:rPr lang="en-US" dirty="0"/>
              <a:t>From signal to event</a:t>
            </a:r>
          </a:p>
          <a:p>
            <a:endParaRPr lang="en-US" dirty="0"/>
          </a:p>
        </p:txBody>
      </p:sp>
      <p:sp>
        <p:nvSpPr>
          <p:cNvPr id="7" name="TextBox 13">
            <a:extLst>
              <a:ext uri="{FF2B5EF4-FFF2-40B4-BE49-F238E27FC236}">
                <a16:creationId xmlns:a16="http://schemas.microsoft.com/office/drawing/2014/main" id="{507A8C82-5ED0-B3F1-A88B-D982D84E74C9}"/>
              </a:ext>
            </a:extLst>
          </p:cNvPr>
          <p:cNvSpPr txBox="1"/>
          <p:nvPr/>
        </p:nvSpPr>
        <p:spPr>
          <a:xfrm>
            <a:off x="609599" y="4504678"/>
            <a:ext cx="10972800" cy="1400383"/>
          </a:xfrm>
          <a:prstGeom prst="rect">
            <a:avLst/>
          </a:prstGeom>
          <a:noFill/>
        </p:spPr>
        <p:txBody>
          <a:bodyPr wrap="square">
            <a:spAutoFit/>
          </a:bodyPr>
          <a:lstStyle/>
          <a:p>
            <a:pPr algn="just" rtl="0" fontAlgn="base"/>
            <a:r>
              <a:rPr lang="en-GB" sz="1700" dirty="0">
                <a:solidFill>
                  <a:prstClr val="black"/>
                </a:solidFill>
                <a:latin typeface="Segoe Condensed"/>
              </a:rPr>
              <a:t>To assess and verify signals, information is cross-checked against several reference sources and sent to the appropriate WHO regional office and/or partners to confirm the veracity of the information and determine if it should be classified as an event.</a:t>
            </a:r>
            <a:r>
              <a:rPr lang="en-US" sz="1700" dirty="0">
                <a:solidFill>
                  <a:prstClr val="black"/>
                </a:solidFill>
                <a:latin typeface="Segoe Condensed"/>
              </a:rPr>
              <a:t>​</a:t>
            </a:r>
          </a:p>
          <a:p>
            <a:pPr algn="just" rtl="0" fontAlgn="base"/>
            <a:r>
              <a:rPr lang="en-GB" sz="1700" dirty="0">
                <a:solidFill>
                  <a:prstClr val="black"/>
                </a:solidFill>
                <a:latin typeface="Segoe Condensed"/>
              </a:rPr>
              <a:t>​</a:t>
            </a:r>
          </a:p>
          <a:p>
            <a:pPr algn="just" rtl="0" fontAlgn="base"/>
            <a:r>
              <a:rPr lang="en-GB" sz="1700" dirty="0">
                <a:solidFill>
                  <a:prstClr val="black"/>
                </a:solidFill>
                <a:latin typeface="Segoe Condensed"/>
              </a:rPr>
              <a:t>Signals/events referred to in the following slides include those identified during event-based surveillance using EIOS, received in </a:t>
            </a:r>
            <a:r>
              <a:rPr lang="en-GB" sz="1700" dirty="0" err="1">
                <a:solidFill>
                  <a:prstClr val="black"/>
                </a:solidFill>
                <a:latin typeface="Segoe Condensed"/>
              </a:rPr>
              <a:t>'Outbreak'</a:t>
            </a:r>
            <a:r>
              <a:rPr lang="en-GB" sz="1700" dirty="0">
                <a:solidFill>
                  <a:prstClr val="black"/>
                </a:solidFill>
                <a:latin typeface="Segoe Condensed"/>
              </a:rPr>
              <a:t> email inbox, or published in EMS.</a:t>
            </a:r>
            <a:endParaRPr lang="en-US" sz="1700" dirty="0">
              <a:solidFill>
                <a:prstClr val="black"/>
              </a:solidFill>
              <a:latin typeface="Segoe Condensed"/>
            </a:endParaRPr>
          </a:p>
        </p:txBody>
      </p:sp>
    </p:spTree>
    <p:extLst>
      <p:ext uri="{BB962C8B-B14F-4D97-AF65-F5344CB8AC3E}">
        <p14:creationId xmlns:p14="http://schemas.microsoft.com/office/powerpoint/2010/main" val="217250128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061F52C1-FD5B-2850-943B-B60A4F5EDF69}"/>
              </a:ext>
            </a:extLst>
          </p:cNvPr>
          <p:cNvSpPr>
            <a:spLocks noGrp="1"/>
          </p:cNvSpPr>
          <p:nvPr>
            <p:ph sz="half" idx="2"/>
          </p:nvPr>
        </p:nvSpPr>
        <p:spPr>
          <a:xfrm>
            <a:off x="609600" y="2174875"/>
            <a:ext cx="11069495" cy="3951288"/>
          </a:xfrm>
        </p:spPr>
        <p:txBody>
          <a:bodyPr vert="horz" lIns="91440" tIns="45720" rIns="91440" bIns="45720" rtlCol="0" anchor="t">
            <a:noAutofit/>
          </a:bodyPr>
          <a:lstStyle/>
          <a:p>
            <a:pPr marL="371475" indent="-285750" algn="just">
              <a:defRPr/>
            </a:pPr>
            <a:r>
              <a:rPr lang="en-GB" sz="1700" dirty="0">
                <a:solidFill>
                  <a:prstClr val="black"/>
                </a:solidFill>
                <a:latin typeface="Segoe Condensed"/>
              </a:rPr>
              <a:t>Raw </a:t>
            </a:r>
            <a:r>
              <a:rPr kumimoji="0" lang="en-GB" sz="1700" b="1" i="0" u="none" strike="noStrike" kern="1200" cap="none" spc="0" normalizeH="0" baseline="0" noProof="0" dirty="0">
                <a:ln>
                  <a:noFill/>
                </a:ln>
                <a:solidFill>
                  <a:prstClr val="black"/>
                </a:solidFill>
                <a:effectLst/>
                <a:uLnTx/>
                <a:uFillTx/>
                <a:latin typeface="Segoe Condensed"/>
              </a:rPr>
              <a:t>signal: </a:t>
            </a:r>
            <a:r>
              <a:rPr kumimoji="0" lang="en-US" sz="1700" b="0" i="0" u="none" strike="noStrike" kern="1200" cap="none" spc="0" normalizeH="0" baseline="0" noProof="0" dirty="0">
                <a:ln>
                  <a:noFill/>
                </a:ln>
                <a:solidFill>
                  <a:prstClr val="black"/>
                </a:solidFill>
                <a:effectLst/>
                <a:uLnTx/>
                <a:uFillTx/>
                <a:latin typeface="Segoe Condensed"/>
              </a:rPr>
              <a:t>any information, data or communication collected, obtained, received, or acquired through an initial filtering of sources used for surveillance activities for the purpose of detecting potential acute risks to human health</a:t>
            </a:r>
          </a:p>
          <a:p>
            <a:pPr marL="371475" indent="-285750" algn="just">
              <a:defRPr/>
            </a:pPr>
            <a:endParaRPr lang="en-US" sz="1700" b="0" i="0" u="none" strike="noStrike" kern="1200" cap="none" spc="0" normalizeH="0" baseline="0" noProof="0" dirty="0">
              <a:ln>
                <a:noFill/>
              </a:ln>
              <a:solidFill>
                <a:prstClr val="black"/>
              </a:solidFill>
              <a:effectLst/>
              <a:uLnTx/>
              <a:uFillTx/>
              <a:latin typeface="Segoe Condensed"/>
            </a:endParaRPr>
          </a:p>
          <a:p>
            <a:pPr marL="371475" indent="-285750" algn="just">
              <a:defRPr/>
            </a:pPr>
            <a:r>
              <a:rPr lang="en-GB" sz="1700">
                <a:solidFill>
                  <a:prstClr val="black"/>
                </a:solidFill>
                <a:latin typeface="Segoe Condensed"/>
              </a:rPr>
              <a:t>Potential signal:</a:t>
            </a:r>
            <a:r>
              <a:rPr kumimoji="0" lang="en-GB" sz="1700" i="0" u="none" strike="noStrike" kern="1200" cap="none" spc="0" normalizeH="0" baseline="0" noProof="0" dirty="0">
                <a:ln>
                  <a:noFill/>
                </a:ln>
                <a:solidFill>
                  <a:prstClr val="black"/>
                </a:solidFill>
                <a:effectLst/>
                <a:uLnTx/>
                <a:uFillTx/>
                <a:latin typeface="Segoe Condensed"/>
              </a:rPr>
              <a:t> </a:t>
            </a:r>
            <a:r>
              <a:rPr kumimoji="0" lang="en-US" sz="1700" b="0" i="0" u="none" strike="noStrike" kern="1200" cap="none" spc="0" normalizeH="0" baseline="0" noProof="0" dirty="0">
                <a:ln>
                  <a:noFill/>
                </a:ln>
                <a:solidFill>
                  <a:prstClr val="black"/>
                </a:solidFill>
                <a:effectLst/>
                <a:uLnTx/>
                <a:uFillTx/>
                <a:latin typeface="Segoe Condensed"/>
              </a:rPr>
              <a:t>raw </a:t>
            </a:r>
            <a:r>
              <a:rPr lang="en-US" sz="1700" b="0" dirty="0">
                <a:solidFill>
                  <a:prstClr val="black"/>
                </a:solidFill>
                <a:latin typeface="Segoe Condensed"/>
              </a:rPr>
              <a:t>signals that are triangulated with other contemporaneous reports, reviewed against previous trends/occurrences, considered in the context of the situation and dynamically assessed by the PHI analyst in order to retain only those pertinent to early detection purposes. Potential signals are then triaged and either discarded or categorized if they meet predefined criteria.</a:t>
            </a:r>
          </a:p>
          <a:p>
            <a:pPr marL="371475" indent="-285750" algn="just">
              <a:defRPr/>
            </a:pPr>
            <a:endParaRPr lang="en-US" sz="1700" b="0" dirty="0">
              <a:solidFill>
                <a:prstClr val="black"/>
              </a:solidFill>
              <a:latin typeface="Segoe Condensed"/>
            </a:endParaRPr>
          </a:p>
          <a:p>
            <a:pPr marL="371475" indent="-285750" algn="just">
              <a:defRPr/>
            </a:pPr>
            <a:r>
              <a:rPr kumimoji="0" lang="en-GB" sz="1700" b="1" i="0" u="none" strike="noStrike" kern="1200" cap="none" spc="0" normalizeH="0" baseline="0" noProof="0" dirty="0">
                <a:ln>
                  <a:noFill/>
                </a:ln>
                <a:solidFill>
                  <a:prstClr val="black"/>
                </a:solidFill>
                <a:effectLst/>
                <a:uLnTx/>
                <a:uFillTx/>
                <a:latin typeface="Segoe Condensed"/>
                <a:ea typeface="+mn-ea"/>
                <a:cs typeface="+mn-cs"/>
              </a:rPr>
              <a:t>Signal: </a:t>
            </a:r>
            <a:r>
              <a:rPr kumimoji="0" lang="en-GB" sz="1700" b="0" i="0" u="none" strike="noStrike" kern="1200" cap="none" spc="0" normalizeH="0" baseline="0" noProof="0" dirty="0">
                <a:ln>
                  <a:noFill/>
                </a:ln>
                <a:solidFill>
                  <a:prstClr val="black"/>
                </a:solidFill>
                <a:effectLst/>
                <a:uLnTx/>
                <a:uFillTx/>
                <a:latin typeface="Segoe Condensed"/>
                <a:ea typeface="+mn-ea"/>
                <a:cs typeface="+mn-cs"/>
              </a:rPr>
              <a:t>is data and/or information that represents a potential acute risk to human health. Signals may consist of reports of cases or deaths (individual or aggregated), potential exposure of humans to biological, chemical, radiological or nuclear hazards, or occurrences of natural or human-made disasters. Signals can be detected through a variety of sources and approaches.</a:t>
            </a:r>
            <a:endParaRPr lang="en-GB" sz="1700" b="0" i="0" u="none" strike="noStrike" kern="1200" cap="none" spc="0" normalizeH="0" baseline="0" noProof="0" dirty="0">
              <a:ln>
                <a:noFill/>
              </a:ln>
              <a:solidFill>
                <a:prstClr val="black"/>
              </a:solidFill>
              <a:effectLst/>
              <a:uLnTx/>
              <a:uFillTx/>
              <a:latin typeface="Segoe Condensed"/>
            </a:endParaRPr>
          </a:p>
          <a:p>
            <a:pPr marL="0" indent="0">
              <a:buNone/>
            </a:pPr>
            <a:endParaRPr lang="en-US" dirty="0"/>
          </a:p>
        </p:txBody>
      </p:sp>
      <p:sp>
        <p:nvSpPr>
          <p:cNvPr id="3" name="Slide Number Placeholder 3">
            <a:extLst>
              <a:ext uri="{FF2B5EF4-FFF2-40B4-BE49-F238E27FC236}">
                <a16:creationId xmlns:a16="http://schemas.microsoft.com/office/drawing/2014/main" id="{740A8240-DC3F-10BB-22C9-CBE9DE4B7667}"/>
              </a:ext>
            </a:extLst>
          </p:cNvPr>
          <p:cNvSpPr>
            <a:spLocks noGrp="1"/>
          </p:cNvSpPr>
          <p:nvPr>
            <p:ph type="sldNum" sz="quarter" idx="12"/>
          </p:nvPr>
        </p:nvSpPr>
        <p:spPr/>
        <p:txBody>
          <a:bodyPr/>
          <a:lstStyle/>
          <a:p>
            <a:fld id="{C5EF2332-01BF-834F-8236-50238282D533}" type="slidenum">
              <a:rPr lang="en-US" smtClean="0"/>
              <a:t>6</a:t>
            </a:fld>
            <a:endParaRPr lang="en-US"/>
          </a:p>
        </p:txBody>
      </p:sp>
      <p:sp>
        <p:nvSpPr>
          <p:cNvPr id="4" name="Title 1">
            <a:extLst>
              <a:ext uri="{FF2B5EF4-FFF2-40B4-BE49-F238E27FC236}">
                <a16:creationId xmlns:a16="http://schemas.microsoft.com/office/drawing/2014/main" id="{153D010C-65ED-9E94-1600-75351F868F59}"/>
              </a:ext>
            </a:extLst>
          </p:cNvPr>
          <p:cNvSpPr>
            <a:spLocks noGrp="1"/>
          </p:cNvSpPr>
          <p:nvPr>
            <p:ph type="title"/>
          </p:nvPr>
        </p:nvSpPr>
        <p:spPr>
          <a:xfrm>
            <a:off x="609600" y="161925"/>
            <a:ext cx="10972800" cy="1143000"/>
          </a:xfrm>
        </p:spPr>
        <p:txBody>
          <a:bodyPr/>
          <a:lstStyle/>
          <a:p>
            <a:r>
              <a:rPr lang="en-GB" dirty="0">
                <a:latin typeface="Segoe Condensed"/>
              </a:rPr>
              <a:t>Signal nomenclature</a:t>
            </a:r>
            <a:endParaRPr lang="en-US" dirty="0"/>
          </a:p>
        </p:txBody>
      </p:sp>
    </p:spTree>
    <p:extLst>
      <p:ext uri="{BB962C8B-B14F-4D97-AF65-F5344CB8AC3E}">
        <p14:creationId xmlns:p14="http://schemas.microsoft.com/office/powerpoint/2010/main" val="173361764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161904"/>
            <a:ext cx="10972800" cy="1143000"/>
          </a:xfrm>
        </p:spPr>
        <p:txBody>
          <a:bodyPr/>
          <a:lstStyle/>
          <a:p>
            <a:r>
              <a:rPr sz="3300" b="1" i="0" u="none" cap="none" dirty="0">
                <a:solidFill>
                  <a:srgbClr val="FFFFFF">
                    <a:alpha val="100000"/>
                  </a:srgbClr>
                </a:solidFill>
                <a:latin typeface="Segoe Condensed"/>
                <a:cs typeface="Segoe Condensed"/>
                <a:sym typeface="Segoe Condensed"/>
              </a:rPr>
              <a:t>PHI indicators for the last 7 days</a:t>
            </a:r>
          </a:p>
          <a:p>
            <a:r>
              <a:rPr sz="1600" b="1" i="0" u="none" cap="none" dirty="0">
                <a:solidFill>
                  <a:srgbClr val="FFFFFF">
                    <a:alpha val="100000"/>
                  </a:srgbClr>
                </a:solidFill>
                <a:latin typeface="Segoe Condensed"/>
                <a:cs typeface="Segoe Condensed"/>
                <a:sym typeface="Segoe Condensed"/>
              </a:rPr>
              <a:t>as of </a:t>
            </a:r>
            <a:r>
              <a:rPr lang="en-US" sz="1600" dirty="0">
                <a:solidFill>
                  <a:srgbClr val="FFFFFF">
                    <a:alpha val="100000"/>
                  </a:srgbClr>
                </a:solidFill>
                <a:latin typeface="Segoe Condensed"/>
                <a:cs typeface="Segoe Condensed"/>
                <a:sym typeface="Segoe Condensed"/>
              </a:rPr>
              <a:t>16 </a:t>
            </a:r>
            <a:r>
              <a:rPr sz="1600" b="1" i="0" u="none" cap="none" dirty="0">
                <a:solidFill>
                  <a:srgbClr val="FFFFFF">
                    <a:alpha val="100000"/>
                  </a:srgbClr>
                </a:solidFill>
                <a:latin typeface="Segoe Condensed"/>
                <a:cs typeface="Segoe Condensed"/>
                <a:sym typeface="Segoe Condensed"/>
              </a:rPr>
              <a:t>Oct 2025</a:t>
            </a:r>
            <a:endParaRPr sz="1600" b="1" i="0" u="none" cap="none" dirty="0">
              <a:solidFill>
                <a:srgbClr val="FFFFFF">
                  <a:alpha val="100000"/>
                </a:srgbClr>
              </a:solidFill>
              <a:latin typeface="Segoe Condensed"/>
              <a:cs typeface="Segoe Condensed"/>
            </a:endParaRPr>
          </a:p>
        </p:txBody>
      </p:sp>
      <p:sp>
        <p:nvSpPr>
          <p:cNvPr id="3" name="text_body"/>
          <p:cNvSpPr>
            <a:spLocks noGrp="1"/>
          </p:cNvSpPr>
          <p:nvPr>
            <p:ph idx="1"/>
          </p:nvPr>
        </p:nvSpPr>
        <p:spPr>
          <a:xfrm>
            <a:off x="609600" y="1600203"/>
            <a:ext cx="10972800" cy="4525963"/>
          </a:xfrm>
        </p:spPr>
        <p:txBody>
          <a:bodyPr vert="horz" lIns="91440" tIns="45720" rIns="91440" bIns="45720" rtlCol="0" anchor="t">
            <a:normAutofit/>
          </a:bodyPr>
          <a:lstStyle/>
          <a:p>
            <a:pPr marL="0" marR="0" algn="l">
              <a:lnSpc>
                <a:spcPct val="100000"/>
              </a:lnSpc>
              <a:spcBef>
                <a:spcPts val="0"/>
              </a:spcBef>
              <a:spcAft>
                <a:spcPts val="0"/>
              </a:spcAft>
              <a:buNone/>
            </a:pPr>
            <a:r>
              <a:rPr sz="2800" b="0" i="0" u="none" cap="none" dirty="0">
                <a:solidFill>
                  <a:srgbClr val="000000">
                    <a:alpha val="100000"/>
                  </a:srgbClr>
                </a:solidFill>
                <a:latin typeface="Segoe Condensed"/>
                <a:cs typeface="Segoe Condensed"/>
                <a:sym typeface="Segoe Condensed"/>
              </a:rPr>
              <a:t>Raw signals scanned and triangulated</a:t>
            </a:r>
          </a:p>
          <a:p>
            <a:pPr marL="0" marR="0" algn="l">
              <a:lnSpc>
                <a:spcPct val="100000"/>
              </a:lnSpc>
              <a:spcBef>
                <a:spcPts val="0"/>
              </a:spcBef>
              <a:spcAft>
                <a:spcPts val="0"/>
              </a:spcAft>
              <a:buNone/>
            </a:pPr>
            <a:r>
              <a:rPr sz="2800" b="0" i="0" u="none" cap="none" dirty="0">
                <a:solidFill>
                  <a:srgbClr val="000000">
                    <a:alpha val="100000"/>
                  </a:srgbClr>
                </a:solidFill>
                <a:latin typeface="Segoe Condensed"/>
                <a:cs typeface="Segoe Condensed"/>
                <a:sym typeface="Segoe Condensed"/>
              </a:rPr>
              <a:t>EIOS: </a:t>
            </a:r>
            <a:r>
              <a:rPr lang="en-US" sz="2800" b="1" dirty="0">
                <a:solidFill>
                  <a:srgbClr val="000000"/>
                </a:solidFill>
                <a:latin typeface="Segoe Condensed"/>
                <a:cs typeface="Segoe Condensed"/>
                <a:sym typeface="Segoe Condensed"/>
              </a:rPr>
              <a:t>8820</a:t>
            </a:r>
            <a:r>
              <a:rPr sz="2800" b="0" i="0" u="none" cap="none" dirty="0">
                <a:solidFill>
                  <a:srgbClr val="000000">
                    <a:alpha val="100000"/>
                  </a:srgbClr>
                </a:solidFill>
                <a:latin typeface="Segoe Condensed"/>
                <a:cs typeface="Segoe Condensed"/>
                <a:sym typeface="Segoe Condensed"/>
              </a:rPr>
              <a:t> articles</a:t>
            </a:r>
          </a:p>
          <a:p>
            <a:pPr marL="0" marR="0" algn="l">
              <a:lnSpc>
                <a:spcPct val="100000"/>
              </a:lnSpc>
              <a:spcBef>
                <a:spcPts val="0"/>
              </a:spcBef>
              <a:spcAft>
                <a:spcPts val="0"/>
              </a:spcAft>
              <a:buNone/>
            </a:pPr>
            <a:r>
              <a:rPr sz="2800" b="0" i="0" u="none" cap="none" dirty="0">
                <a:solidFill>
                  <a:srgbClr val="000000">
                    <a:alpha val="100000"/>
                  </a:srgbClr>
                </a:solidFill>
                <a:latin typeface="Segoe Condensed"/>
                <a:cs typeface="Segoe Condensed"/>
                <a:sym typeface="Segoe Condensed"/>
              </a:rPr>
              <a:t>Outbreak inbox: </a:t>
            </a:r>
            <a:r>
              <a:rPr lang="en-US" sz="2800" b="1" dirty="0">
                <a:solidFill>
                  <a:srgbClr val="000000">
                    <a:alpha val="100000"/>
                  </a:srgbClr>
                </a:solidFill>
                <a:latin typeface="Segoe Condensed"/>
                <a:cs typeface="Segoe Condensed"/>
                <a:sym typeface="Segoe Condensed"/>
              </a:rPr>
              <a:t>389</a:t>
            </a:r>
            <a:r>
              <a:rPr sz="2800" b="0" i="0" u="none" cap="none" dirty="0">
                <a:solidFill>
                  <a:srgbClr val="000000">
                    <a:alpha val="100000"/>
                  </a:srgbClr>
                </a:solidFill>
                <a:latin typeface="Segoe Condensed"/>
                <a:cs typeface="Segoe Condensed"/>
                <a:sym typeface="Segoe Condensed"/>
              </a:rPr>
              <a:t> emails</a:t>
            </a:r>
          </a:p>
          <a:p>
            <a:pPr marL="0" marR="0" algn="l">
              <a:lnSpc>
                <a:spcPct val="100000"/>
              </a:lnSpc>
              <a:spcBef>
                <a:spcPts val="0"/>
              </a:spcBef>
              <a:spcAft>
                <a:spcPts val="0"/>
              </a:spcAft>
              <a:buNone/>
            </a:pPr>
            <a:r>
              <a:rPr lang="en-US" sz="2800" b="1" dirty="0">
                <a:solidFill>
                  <a:srgbClr val="000000">
                    <a:alpha val="100000"/>
                  </a:srgbClr>
                </a:solidFill>
                <a:latin typeface="Segoe Condensed"/>
                <a:cs typeface="Segoe Condensed"/>
                <a:sym typeface="Segoe Condensed"/>
              </a:rPr>
              <a:t>28</a:t>
            </a:r>
            <a:r>
              <a:rPr sz="2800" b="0" i="0" u="none" cap="none" dirty="0">
                <a:solidFill>
                  <a:srgbClr val="000000">
                    <a:alpha val="100000"/>
                  </a:srgbClr>
                </a:solidFill>
                <a:latin typeface="Segoe Condensed"/>
                <a:cs typeface="Segoe Condensed"/>
                <a:sym typeface="Segoe Condensed"/>
              </a:rPr>
              <a:t> potential signals/signals/events assessed and triaged</a:t>
            </a:r>
          </a:p>
          <a:p>
            <a:pPr marL="0" marR="0" algn="l">
              <a:lnSpc>
                <a:spcPct val="100000"/>
              </a:lnSpc>
              <a:spcBef>
                <a:spcPts val="0"/>
              </a:spcBef>
              <a:spcAft>
                <a:spcPts val="0"/>
              </a:spcAft>
              <a:buNone/>
            </a:pPr>
            <a:r>
              <a:rPr lang="en-US" sz="2800" b="1" i="0" u="none" cap="none" dirty="0">
                <a:solidFill>
                  <a:srgbClr val="000000">
                    <a:alpha val="100000"/>
                  </a:srgbClr>
                </a:solidFill>
                <a:latin typeface="Segoe Condensed"/>
                <a:cs typeface="Segoe Condensed"/>
                <a:sym typeface="Segoe Condensed"/>
              </a:rPr>
              <a:t>2</a:t>
            </a:r>
            <a:r>
              <a:rPr sz="2800" b="0" i="0" u="none" cap="none" dirty="0">
                <a:solidFill>
                  <a:srgbClr val="000000">
                    <a:alpha val="100000"/>
                  </a:srgbClr>
                </a:solidFill>
                <a:latin typeface="Segoe Condensed"/>
                <a:cs typeface="Segoe Condensed"/>
                <a:sym typeface="Segoe Condensed"/>
              </a:rPr>
              <a:t> signals/events relevant for daily list of signals</a:t>
            </a:r>
            <a:endParaRPr sz="2800" b="0" i="0" u="none" cap="none" dirty="0">
              <a:solidFill>
                <a:srgbClr val="000000">
                  <a:alpha val="100000"/>
                </a:srgbClr>
              </a:solidFill>
              <a:latin typeface="Segoe Condensed"/>
              <a:cs typeface="Segoe Condensed"/>
            </a:endParaRPr>
          </a:p>
        </p:txBody>
      </p:sp>
      <p:sp>
        <p:nvSpPr>
          <p:cNvPr id="4" name="Content Placeholder 3"/>
          <p:cNvSpPr>
            <a:spLocks noGrp="1"/>
          </p:cNvSpPr>
          <p:nvPr>
            <p:ph/>
          </p:nvPr>
        </p:nvSpPr>
        <p:spPr>
          <a:xfrm>
            <a:off x="360000" y="5760000"/>
            <a:ext cx="7560000" cy="360000"/>
          </a:xfrm>
        </p:spPr>
        <p:txBody>
          <a:bodyPr/>
          <a:lstStyle/>
          <a:p>
            <a:pPr>
              <a:buNone/>
            </a:pPr>
            <a:r>
              <a:rPr sz="1000" b="0" i="1" u="none" cap="none">
                <a:solidFill>
                  <a:srgbClr val="000000">
                    <a:alpha val="100000"/>
                  </a:srgbClr>
                </a:solidFill>
                <a:latin typeface="Segoe Condensed"/>
                <a:cs typeface="Segoe Condensed"/>
                <a:sym typeface="Segoe Condensed"/>
              </a:rPr>
              <a:t> </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161904"/>
            <a:ext cx="10972800" cy="1143000"/>
          </a:xfrm>
        </p:spPr>
        <p:txBody>
          <a:bodyPr/>
          <a:lstStyle/>
          <a:p>
            <a:r>
              <a:rPr sz="3300" b="1" i="0" u="none" cap="none" dirty="0">
                <a:solidFill>
                  <a:srgbClr val="FFFFFF">
                    <a:alpha val="100000"/>
                  </a:srgbClr>
                </a:solidFill>
                <a:latin typeface="Segoe Condensed"/>
                <a:cs typeface="Segoe Condensed"/>
                <a:sym typeface="Segoe Condensed"/>
              </a:rPr>
              <a:t>List of signals/events in the past </a:t>
            </a:r>
            <a:r>
              <a:rPr lang="en-US" dirty="0">
                <a:solidFill>
                  <a:srgbClr val="FFFFFF">
                    <a:alpha val="100000"/>
                  </a:srgbClr>
                </a:solidFill>
                <a:latin typeface="Segoe Condensed"/>
                <a:cs typeface="Segoe Condensed"/>
                <a:sym typeface="Segoe Condensed"/>
              </a:rPr>
              <a:t>7 day </a:t>
            </a:r>
            <a:endParaRPr lang="en-US" sz="3300" b="1" i="0" u="none" cap="none" dirty="0">
              <a:solidFill>
                <a:srgbClr val="FFFFFF">
                  <a:alpha val="100000"/>
                </a:srgbClr>
              </a:solidFill>
              <a:latin typeface="Segoe Condensed"/>
              <a:cs typeface="Segoe Condensed"/>
            </a:endParaRPr>
          </a:p>
          <a:p>
            <a:r>
              <a:rPr sz="1600" b="1" i="0" u="none" cap="none" dirty="0">
                <a:solidFill>
                  <a:srgbClr val="FFFFFF">
                    <a:alpha val="100000"/>
                  </a:srgbClr>
                </a:solidFill>
                <a:latin typeface="Segoe Condensed"/>
                <a:cs typeface="Segoe Condensed"/>
                <a:sym typeface="Segoe Condensed"/>
              </a:rPr>
              <a:t>as of </a:t>
            </a:r>
            <a:r>
              <a:rPr lang="en-US" sz="1600" dirty="0">
                <a:solidFill>
                  <a:srgbClr val="FFFFFF">
                    <a:alpha val="100000"/>
                  </a:srgbClr>
                </a:solidFill>
                <a:latin typeface="Segoe Condensed"/>
                <a:cs typeface="Segoe Condensed"/>
                <a:sym typeface="Segoe Condensed"/>
              </a:rPr>
              <a:t>16 </a:t>
            </a:r>
            <a:r>
              <a:rPr sz="1600" b="1" i="0" u="none" cap="none" dirty="0">
                <a:solidFill>
                  <a:srgbClr val="FFFFFF">
                    <a:alpha val="100000"/>
                  </a:srgbClr>
                </a:solidFill>
                <a:latin typeface="Segoe Condensed"/>
                <a:cs typeface="Segoe Condensed"/>
                <a:sym typeface="Segoe Condensed"/>
              </a:rPr>
              <a:t>Oct 2025</a:t>
            </a:r>
            <a:endParaRPr sz="1600" b="1" i="0" u="none" cap="none" dirty="0">
              <a:solidFill>
                <a:srgbClr val="FFFFFF">
                  <a:alpha val="100000"/>
                </a:srgbClr>
              </a:solidFill>
              <a:latin typeface="Segoe Condensed"/>
              <a:cs typeface="Segoe Condensed"/>
            </a:endParaRPr>
          </a:p>
        </p:txBody>
      </p:sp>
      <p:sp>
        <p:nvSpPr>
          <p:cNvPr id="3" name="text_body"/>
          <p:cNvSpPr>
            <a:spLocks noGrp="1"/>
          </p:cNvSpPr>
          <p:nvPr>
            <p:ph idx="1"/>
          </p:nvPr>
        </p:nvSpPr>
        <p:spPr>
          <a:xfrm>
            <a:off x="609600" y="1600203"/>
            <a:ext cx="10972800" cy="4525963"/>
          </a:xfrm>
        </p:spPr>
        <p:txBody>
          <a:bodyPr/>
          <a:lstStyle/>
          <a:p>
            <a:pPr marL="285750" indent="-285750">
              <a:buFont typeface="Arial" panose="020B0604020202020204" pitchFamily="34" charset="0"/>
              <a:buChar char="•"/>
            </a:pPr>
            <a:r>
              <a:rPr lang="en-US" sz="2400" i="0" u="none" cap="none" dirty="0">
                <a:solidFill>
                  <a:srgbClr val="000000">
                    <a:alpha val="100000"/>
                  </a:srgbClr>
                </a:solidFill>
                <a:latin typeface="Segoe Condensed"/>
                <a:cs typeface="Segoe Condensed"/>
                <a:sym typeface="Segoe Condensed"/>
              </a:rPr>
              <a:t> Floods, Mexico</a:t>
            </a:r>
          </a:p>
          <a:p>
            <a:pPr marL="285750" indent="-285750">
              <a:buFont typeface="Arial" panose="020B0604020202020204" pitchFamily="34" charset="0"/>
              <a:buChar char="•"/>
            </a:pPr>
            <a:r>
              <a:rPr lang="en-US" sz="2400" i="0" u="none" cap="none" dirty="0">
                <a:solidFill>
                  <a:srgbClr val="000000">
                    <a:alpha val="100000"/>
                  </a:srgbClr>
                </a:solidFill>
                <a:latin typeface="Segoe Condensed"/>
                <a:cs typeface="Segoe Condensed"/>
                <a:sym typeface="Segoe Condensed"/>
              </a:rPr>
              <a:t> Avian influenza A(H9N2), China</a:t>
            </a:r>
            <a:endParaRPr lang="en-US" sz="3600" i="0" u="none" cap="none" dirty="0">
              <a:solidFill>
                <a:srgbClr val="000000">
                  <a:alpha val="100000"/>
                </a:srgbClr>
              </a:solidFill>
              <a:latin typeface="Segoe Condensed"/>
              <a:cs typeface="Segoe Condensed"/>
              <a:sym typeface="Segoe Condensed"/>
            </a:endParaRPr>
          </a:p>
          <a:p>
            <a:pPr marL="285750" indent="-285750">
              <a:buFont typeface="Arial" panose="020B0604020202020204" pitchFamily="34" charset="0"/>
              <a:buChar char="•"/>
            </a:pPr>
            <a:endParaRPr lang="en-US" sz="3600" i="0" u="none" cap="none" dirty="0">
              <a:solidFill>
                <a:srgbClr val="000000">
                  <a:alpha val="100000"/>
                </a:srgbClr>
              </a:solidFill>
              <a:latin typeface="Segoe Condensed"/>
              <a:cs typeface="Segoe Condensed"/>
              <a:sym typeface="Segoe Condensed"/>
            </a:endParaRPr>
          </a:p>
          <a:p>
            <a:endParaRPr lang="en-US" sz="2800" b="0" i="0" u="none" cap="none" dirty="0">
              <a:solidFill>
                <a:srgbClr val="000000">
                  <a:alpha val="100000"/>
                </a:srgbClr>
              </a:solidFill>
              <a:latin typeface="Segoe Condensed"/>
              <a:cs typeface="Segoe Condensed"/>
              <a:sym typeface="Segoe Condensed"/>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161904"/>
            <a:ext cx="10972800" cy="1143000"/>
          </a:xfrm>
        </p:spPr>
        <p:txBody>
          <a:bodyPr/>
          <a:lstStyle/>
          <a:p>
            <a:r>
              <a:rPr sz="3300" b="1" i="0" u="none" cap="none" dirty="0">
                <a:solidFill>
                  <a:srgbClr val="FFFFFF">
                    <a:alpha val="100000"/>
                  </a:srgbClr>
                </a:solidFill>
                <a:latin typeface="Segoe Condensed"/>
                <a:cs typeface="Segoe Condensed"/>
                <a:sym typeface="Segoe Condensed"/>
              </a:rPr>
              <a:t>Status of products during the current week</a:t>
            </a:r>
          </a:p>
          <a:p>
            <a:r>
              <a:rPr sz="1600" b="1" i="0" u="none" cap="none" dirty="0">
                <a:solidFill>
                  <a:srgbClr val="FFFFFF">
                    <a:alpha val="100000"/>
                  </a:srgbClr>
                </a:solidFill>
                <a:latin typeface="Segoe Condensed"/>
                <a:cs typeface="Segoe Condensed"/>
                <a:sym typeface="Segoe Condensed"/>
              </a:rPr>
              <a:t>From </a:t>
            </a:r>
            <a:r>
              <a:rPr lang="en-US" sz="1600" dirty="0">
                <a:solidFill>
                  <a:srgbClr val="FFFFFF">
                    <a:alpha val="100000"/>
                  </a:srgbClr>
                </a:solidFill>
                <a:latin typeface="Segoe Condensed"/>
                <a:cs typeface="Segoe Condensed"/>
                <a:sym typeface="Segoe Condensed"/>
              </a:rPr>
              <a:t>10 to 16  </a:t>
            </a:r>
            <a:r>
              <a:rPr sz="1600" b="1" i="0" u="none" cap="none" dirty="0">
                <a:solidFill>
                  <a:srgbClr val="FFFFFF">
                    <a:alpha val="100000"/>
                  </a:srgbClr>
                </a:solidFill>
                <a:latin typeface="Segoe Condensed"/>
                <a:cs typeface="Segoe Condensed"/>
                <a:sym typeface="Segoe Condensed"/>
              </a:rPr>
              <a:t>Oct 2025 </a:t>
            </a:r>
            <a:endParaRPr lang="en-US" sz="1600" b="1" i="0" u="none" cap="none" dirty="0">
              <a:solidFill>
                <a:srgbClr val="FFFFFF">
                  <a:alpha val="100000"/>
                </a:srgbClr>
              </a:solidFill>
              <a:latin typeface="Segoe Condensed"/>
              <a:cs typeface="Segoe Condensed"/>
            </a:endParaRPr>
          </a:p>
        </p:txBody>
      </p:sp>
      <p:graphicFrame>
        <p:nvGraphicFramePr>
          <p:cNvPr id="3" name="text_body"/>
          <p:cNvGraphicFramePr>
            <a:graphicFrameLocks noGrp="1"/>
          </p:cNvGraphicFramePr>
          <p:nvPr>
            <p:extLst>
              <p:ext uri="{D42A27DB-BD31-4B8C-83A1-F6EECF244321}">
                <p14:modId xmlns:p14="http://schemas.microsoft.com/office/powerpoint/2010/main" val="2793127899"/>
              </p:ext>
            </p:extLst>
          </p:nvPr>
        </p:nvGraphicFramePr>
        <p:xfrm>
          <a:off x="609600" y="1600203"/>
          <a:ext cx="10068938" cy="1234440"/>
        </p:xfrm>
        <a:graphic>
          <a:graphicData uri="http://schemas.openxmlformats.org/drawingml/2006/table">
            <a:tbl>
              <a:tblPr/>
              <a:tblGrid>
                <a:gridCol w="3020683">
                  <a:extLst>
                    <a:ext uri="{9D8B030D-6E8A-4147-A177-3AD203B41FA5}">
                      <a16:colId xmlns:a16="http://schemas.microsoft.com/office/drawing/2014/main" val="20000"/>
                    </a:ext>
                  </a:extLst>
                </a:gridCol>
                <a:gridCol w="3020683">
                  <a:extLst>
                    <a:ext uri="{9D8B030D-6E8A-4147-A177-3AD203B41FA5}">
                      <a16:colId xmlns:a16="http://schemas.microsoft.com/office/drawing/2014/main" val="20001"/>
                    </a:ext>
                  </a:extLst>
                </a:gridCol>
                <a:gridCol w="2634094">
                  <a:extLst>
                    <a:ext uri="{9D8B030D-6E8A-4147-A177-3AD203B41FA5}">
                      <a16:colId xmlns:a16="http://schemas.microsoft.com/office/drawing/2014/main" val="2259847603"/>
                    </a:ext>
                  </a:extLst>
                </a:gridCol>
                <a:gridCol w="592281">
                  <a:extLst>
                    <a:ext uri="{9D8B030D-6E8A-4147-A177-3AD203B41FA5}">
                      <a16:colId xmlns:a16="http://schemas.microsoft.com/office/drawing/2014/main" val="20002"/>
                    </a:ext>
                  </a:extLst>
                </a:gridCol>
                <a:gridCol w="801197">
                  <a:extLst>
                    <a:ext uri="{9D8B030D-6E8A-4147-A177-3AD203B41FA5}">
                      <a16:colId xmlns:a16="http://schemas.microsoft.com/office/drawing/2014/main" val="20003"/>
                    </a:ext>
                  </a:extLst>
                </a:gridCol>
              </a:tblGrid>
              <a:tr h="228600">
                <a:tc>
                  <a:txBody>
                    <a:bodyPr/>
                    <a:lstStyle/>
                    <a:p>
                      <a:pPr marL="63500" marR="63500" algn="ctr">
                        <a:lnSpc>
                          <a:spcPct val="100000"/>
                        </a:lnSpc>
                        <a:spcBef>
                          <a:spcPts val="500"/>
                        </a:spcBef>
                        <a:spcAft>
                          <a:spcPts val="500"/>
                        </a:spcAft>
                        <a:buNone/>
                      </a:pPr>
                      <a:r>
                        <a:rPr sz="1400" b="1" i="0" u="none" cap="none" dirty="0">
                          <a:solidFill>
                            <a:srgbClr val="000000"/>
                          </a:solidFill>
                          <a:latin typeface="Arial"/>
                          <a:cs typeface="Arial"/>
                          <a:sym typeface="Arial"/>
                        </a:rPr>
                        <a:t>Disease/Hazard/Condition</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400" b="1" i="0" u="none" cap="none" dirty="0">
                          <a:solidFill>
                            <a:srgbClr val="000000"/>
                          </a:solidFill>
                          <a:latin typeface="Arial"/>
                          <a:cs typeface="Arial"/>
                          <a:sym typeface="Arial"/>
                        </a:rPr>
                        <a:t>Country</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lvl="0" algn="ctr">
                        <a:lnSpc>
                          <a:spcPct val="100000"/>
                        </a:lnSpc>
                        <a:spcBef>
                          <a:spcPts val="500"/>
                        </a:spcBef>
                        <a:spcAft>
                          <a:spcPts val="500"/>
                        </a:spcAft>
                        <a:buNone/>
                      </a:pPr>
                      <a:r>
                        <a:rPr lang="en-US" sz="1400" b="1" i="0" u="none" cap="none" dirty="0">
                          <a:solidFill>
                            <a:srgbClr val="000000"/>
                          </a:solidFill>
                          <a:latin typeface="Arial"/>
                          <a:cs typeface="Arial"/>
                        </a:rPr>
                        <a:t>                       RRA</a:t>
                      </a:r>
                      <a:endParaRPr sz="1400" b="1" i="0" u="none" cap="none" dirty="0">
                        <a:solidFill>
                          <a:srgbClr val="000000"/>
                        </a:solidFill>
                        <a:latin typeface="Arial"/>
                        <a:cs typeface="Arial"/>
                        <a:sym typeface="Arial"/>
                      </a:endParaRPr>
                    </a:p>
                  </a:txBody>
                  <a:tcPr marL="0" marR="0" marT="63500" marB="63500" anchor="ctr">
                    <a:lnL w="0">
                      <a:noFill/>
                    </a:lnL>
                    <a:lnR w="0">
                      <a:noFill/>
                    </a:lnR>
                    <a:lnT w="19050">
                      <a:solidFill>
                        <a:srgbClr val="666666">
                          <a:alpha val="100000"/>
                        </a:srgbClr>
                      </a:solidFill>
                    </a:lnT>
                    <a:lnB w="19050">
                      <a:solidFill>
                        <a:srgbClr val="666666">
                          <a:alpha val="100000"/>
                        </a:srgbClr>
                      </a:solidFill>
                    </a:lnB>
                    <a:solidFill>
                      <a:srgbClr val="FFFFFF">
                        <a:alpha val="0"/>
                      </a:srgbClr>
                    </a:solidFill>
                  </a:tcPr>
                </a:tc>
                <a:tc>
                  <a:txBody>
                    <a:bodyPr/>
                    <a:lstStyle/>
                    <a:p>
                      <a:pPr marL="63500" marR="63500" algn="ctr">
                        <a:lnSpc>
                          <a:spcPct val="100000"/>
                        </a:lnSpc>
                        <a:spcBef>
                          <a:spcPts val="500"/>
                        </a:spcBef>
                        <a:spcAft>
                          <a:spcPts val="500"/>
                        </a:spcAft>
                        <a:buNone/>
                      </a:pPr>
                      <a:r>
                        <a:rPr sz="1400" b="1" i="0" u="none" cap="none">
                          <a:solidFill>
                            <a:srgbClr val="000000">
                              <a:alpha val="100000"/>
                            </a:srgbClr>
                          </a:solidFill>
                          <a:latin typeface="Arial"/>
                          <a:cs typeface="Arial"/>
                          <a:sym typeface="Arial"/>
                        </a:rPr>
                        <a:t>DON</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400" b="1" i="0" u="none" cap="none" dirty="0">
                          <a:solidFill>
                            <a:srgbClr val="000000"/>
                          </a:solidFill>
                          <a:latin typeface="Arial"/>
                          <a:cs typeface="Arial"/>
                          <a:sym typeface="Arial"/>
                        </a:rPr>
                        <a:t>Sit. Rep</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0"/>
                  </a:ext>
                </a:extLst>
              </a:tr>
              <a:tr h="228600">
                <a:tc>
                  <a:txBody>
                    <a:bodyPr/>
                    <a:lstStyle/>
                    <a:p>
                      <a:pPr marL="63500" marR="63500" algn="l">
                        <a:lnSpc>
                          <a:spcPct val="100000"/>
                        </a:lnSpc>
                        <a:spcBef>
                          <a:spcPts val="500"/>
                        </a:spcBef>
                        <a:spcAft>
                          <a:spcPts val="500"/>
                        </a:spcAft>
                        <a:buNone/>
                      </a:pPr>
                      <a:r>
                        <a:rPr lang="en-US" sz="1400" b="1" i="0" u="none" cap="none" dirty="0">
                          <a:solidFill>
                            <a:srgbClr val="000000"/>
                          </a:solidFill>
                          <a:latin typeface="Arial"/>
                          <a:cs typeface="Arial"/>
                          <a:sym typeface="Arial"/>
                        </a:rPr>
                        <a:t>WHO Rapid Risk Assessment - Mpox, Global v.5</a:t>
                      </a:r>
                      <a:endParaRPr sz="1400" b="1" i="0" u="none" cap="none" dirty="0">
                        <a:solidFill>
                          <a:srgbClr val="000000"/>
                        </a:solidFill>
                        <a:latin typeface="Arial"/>
                        <a:cs typeface="Arial"/>
                        <a:sym typeface="Arial"/>
                      </a:endParaRP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0" cap="flat" cmpd="sng" algn="ctr">
                      <a:no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lang="en-US" sz="1400" b="0" i="0" u="none" cap="none">
                          <a:solidFill>
                            <a:srgbClr val="000000">
                              <a:alpha val="100000"/>
                            </a:srgbClr>
                          </a:solidFill>
                          <a:latin typeface="Arial"/>
                          <a:cs typeface="Arial"/>
                          <a:sym typeface="Arial"/>
                        </a:rPr>
                        <a:t>                         Global</a:t>
                      </a:r>
                      <a:endParaRPr sz="1400" b="0" i="0" u="none" cap="none">
                        <a:solidFill>
                          <a:srgbClr val="000000">
                            <a:alpha val="100000"/>
                          </a:srgbClr>
                        </a:solidFill>
                        <a:latin typeface="Arial"/>
                        <a:cs typeface="Arial"/>
                        <a:sym typeface="Arial"/>
                      </a:endParaRP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0" cap="flat" cmpd="sng" algn="ctr">
                      <a:noFill/>
                      <a:prstDash val="solid"/>
                    </a:lnB>
                    <a:solidFill>
                      <a:srgbClr val="FFFFFF">
                        <a:alpha val="0"/>
                      </a:srgbClr>
                    </a:solidFill>
                  </a:tcPr>
                </a:tc>
                <a:tc>
                  <a:txBody>
                    <a:bodyPr/>
                    <a:lstStyle/>
                    <a:p>
                      <a:pPr marL="63500" lvl="0" algn="l">
                        <a:lnSpc>
                          <a:spcPct val="100000"/>
                        </a:lnSpc>
                        <a:spcBef>
                          <a:spcPts val="500"/>
                        </a:spcBef>
                        <a:spcAft>
                          <a:spcPts val="500"/>
                        </a:spcAft>
                        <a:buNone/>
                      </a:pPr>
                      <a:r>
                        <a:rPr lang="en-US" sz="1400" b="0" i="0" u="none" cap="none" dirty="0">
                          <a:solidFill>
                            <a:srgbClr val="000000"/>
                          </a:solidFill>
                          <a:latin typeface="Arial"/>
                          <a:cs typeface="Arial"/>
                          <a:sym typeface="Arial"/>
                        </a:rPr>
                        <a:t>                                     1</a:t>
                      </a:r>
                      <a:endParaRPr sz="1400" b="0" i="0" u="none" cap="none" dirty="0">
                        <a:solidFill>
                          <a:srgbClr val="000000"/>
                        </a:solidFill>
                        <a:latin typeface="Arial"/>
                        <a:cs typeface="Arial"/>
                        <a:sym typeface="Arial"/>
                      </a:endParaRPr>
                    </a:p>
                  </a:txBody>
                  <a:tcPr marL="0" marR="0" marT="63500" marB="63500" anchor="ctr">
                    <a:lnL w="0">
                      <a:noFill/>
                    </a:lnL>
                    <a:lnR w="0">
                      <a:noFill/>
                    </a:lnR>
                    <a:lnT w="19050">
                      <a:solidFill>
                        <a:srgbClr val="666666"/>
                      </a:solidFill>
                    </a:lnT>
                    <a:lnB w="0">
                      <a:noFill/>
                    </a:lnB>
                    <a:solidFill>
                      <a:srgbClr val="FFFFFF">
                        <a:alpha val="0"/>
                      </a:srgbClr>
                    </a:solidFill>
                  </a:tcPr>
                </a:tc>
                <a:tc>
                  <a:txBody>
                    <a:bodyPr/>
                    <a:lstStyle/>
                    <a:p>
                      <a:pPr marL="63500" marR="63500" algn="ctr">
                        <a:lnSpc>
                          <a:spcPct val="100000"/>
                        </a:lnSpc>
                        <a:spcBef>
                          <a:spcPts val="500"/>
                        </a:spcBef>
                        <a:spcAft>
                          <a:spcPts val="500"/>
                        </a:spcAft>
                        <a:buNone/>
                      </a:pPr>
                      <a:r>
                        <a:rPr lang="en-US" sz="1400" b="0" i="0" u="none" cap="none" dirty="0">
                          <a:solidFill>
                            <a:srgbClr val="000000"/>
                          </a:solidFill>
                          <a:latin typeface="Arial"/>
                          <a:cs typeface="Arial"/>
                          <a:sym typeface="Arial"/>
                        </a:rPr>
                        <a:t>0</a:t>
                      </a:r>
                      <a:endParaRPr sz="1400" b="0" i="0" u="none" cap="none" dirty="0">
                        <a:solidFill>
                          <a:srgbClr val="000000"/>
                        </a:solidFill>
                        <a:latin typeface="Arial"/>
                        <a:cs typeface="Arial"/>
                        <a:sym typeface="Arial"/>
                      </a:endParaRP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0" cap="flat" cmpd="sng" algn="ctr">
                      <a:no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400" b="0" i="0" u="none" cap="none" dirty="0">
                          <a:solidFill>
                            <a:srgbClr val="000000"/>
                          </a:solidFill>
                          <a:latin typeface="Arial"/>
                          <a:cs typeface="Arial"/>
                          <a:sym typeface="Arial"/>
                        </a:rPr>
                        <a:t>0</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0" cap="flat" cmpd="sng" algn="ctr">
                      <a:noFill/>
                      <a:prstDash val="solid"/>
                    </a:lnB>
                    <a:solidFill>
                      <a:srgbClr val="FFFFFF">
                        <a:alpha val="0"/>
                      </a:srgbClr>
                    </a:solidFill>
                  </a:tcPr>
                </a:tc>
                <a:extLst>
                  <a:ext uri="{0D108BD9-81ED-4DB2-BD59-A6C34878D82A}">
                    <a16:rowId xmlns:a16="http://schemas.microsoft.com/office/drawing/2014/main" val="10001"/>
                  </a:ext>
                </a:extLst>
              </a:tr>
              <a:tr h="228600">
                <a:tc>
                  <a:txBody>
                    <a:bodyPr/>
                    <a:lstStyle/>
                    <a:p>
                      <a:pPr marL="63500" marR="63500" algn="l">
                        <a:lnSpc>
                          <a:spcPct val="100000"/>
                        </a:lnSpc>
                        <a:spcBef>
                          <a:spcPts val="500"/>
                        </a:spcBef>
                        <a:spcAft>
                          <a:spcPts val="500"/>
                        </a:spcAft>
                        <a:buNone/>
                      </a:pPr>
                      <a:endParaRPr sz="1400" b="0" i="0" u="none" cap="none" dirty="0">
                        <a:solidFill>
                          <a:srgbClr val="000000"/>
                        </a:solidFill>
                        <a:latin typeface="Arial"/>
                        <a:cs typeface="Arial"/>
                        <a:sym typeface="Arial"/>
                      </a:endParaRPr>
                    </a:p>
                  </a:txBody>
                  <a:tcPr marL="0" marR="0" marT="63500" marB="63500" anchor="ctr">
                    <a:lnL w="0" cap="flat" cmpd="sng" algn="ctr">
                      <a:noFill/>
                      <a:prstDash val="solid"/>
                    </a:lnL>
                    <a:lnR w="0" cap="flat" cmpd="sng" algn="ctr">
                      <a:noFill/>
                      <a:prstDash val="solid"/>
                    </a:lnR>
                    <a:lnT w="0" cap="flat" cmpd="sng" algn="ctr">
                      <a:no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endParaRPr sz="1400" b="0" i="0" u="none" cap="none" dirty="0">
                        <a:solidFill>
                          <a:srgbClr val="000000"/>
                        </a:solidFill>
                        <a:latin typeface="Arial"/>
                        <a:cs typeface="Arial"/>
                        <a:sym typeface="Arial"/>
                      </a:endParaRPr>
                    </a:p>
                  </a:txBody>
                  <a:tcPr marL="0" marR="0" marT="63500" marB="63500" anchor="ctr">
                    <a:lnL w="0" cap="flat" cmpd="sng" algn="ctr">
                      <a:noFill/>
                      <a:prstDash val="solid"/>
                    </a:lnL>
                    <a:lnR w="0" cap="flat" cmpd="sng" algn="ctr">
                      <a:noFill/>
                      <a:prstDash val="solid"/>
                    </a:lnR>
                    <a:lnT w="0" cap="flat" cmpd="sng" algn="ctr">
                      <a:noFill/>
                      <a:prstDash val="solid"/>
                    </a:lnT>
                    <a:lnB w="19050" cap="flat" cmpd="sng" algn="ctr">
                      <a:solidFill>
                        <a:srgbClr val="666666">
                          <a:alpha val="100000"/>
                        </a:srgbClr>
                      </a:solidFill>
                      <a:prstDash val="solid"/>
                    </a:lnB>
                    <a:solidFill>
                      <a:srgbClr val="FFFFFF">
                        <a:alpha val="0"/>
                      </a:srgbClr>
                    </a:solidFill>
                  </a:tcPr>
                </a:tc>
                <a:tc>
                  <a:txBody>
                    <a:bodyPr/>
                    <a:lstStyle/>
                    <a:p>
                      <a:pPr marL="63500" lvl="0" algn="l">
                        <a:lnSpc>
                          <a:spcPct val="100000"/>
                        </a:lnSpc>
                        <a:spcBef>
                          <a:spcPts val="500"/>
                        </a:spcBef>
                        <a:spcAft>
                          <a:spcPts val="500"/>
                        </a:spcAft>
                        <a:buNone/>
                      </a:pPr>
                      <a:endParaRPr sz="1400" b="0" i="0" u="none" cap="none" dirty="0">
                        <a:solidFill>
                          <a:srgbClr val="000000"/>
                        </a:solidFill>
                        <a:latin typeface="Arial"/>
                        <a:cs typeface="Arial"/>
                        <a:sym typeface="Arial"/>
                      </a:endParaRPr>
                    </a:p>
                  </a:txBody>
                  <a:tcPr marL="0" marR="0" marT="63500" marB="63500" anchor="ctr">
                    <a:lnL w="0">
                      <a:noFill/>
                    </a:lnL>
                    <a:lnR w="0">
                      <a:noFill/>
                    </a:lnR>
                    <a:lnT w="0">
                      <a:noFill/>
                    </a:lnT>
                    <a:lnB w="19050">
                      <a:solidFill>
                        <a:srgbClr val="666666">
                          <a:alpha val="100000"/>
                        </a:srgbClr>
                      </a:solidFill>
                    </a:lnB>
                    <a:solidFill>
                      <a:srgbClr val="FFFFFF">
                        <a:alpha val="0"/>
                      </a:srgbClr>
                    </a:solidFill>
                  </a:tcPr>
                </a:tc>
                <a:tc>
                  <a:txBody>
                    <a:bodyPr/>
                    <a:lstStyle/>
                    <a:p>
                      <a:pPr marL="63500" marR="63500" algn="ctr">
                        <a:lnSpc>
                          <a:spcPct val="100000"/>
                        </a:lnSpc>
                        <a:spcBef>
                          <a:spcPts val="500"/>
                        </a:spcBef>
                        <a:spcAft>
                          <a:spcPts val="500"/>
                        </a:spcAft>
                        <a:buNone/>
                      </a:pPr>
                      <a:endParaRPr sz="1400" b="0" i="0" u="none" cap="none" dirty="0">
                        <a:solidFill>
                          <a:srgbClr val="000000"/>
                        </a:solidFill>
                        <a:latin typeface="Arial"/>
                        <a:cs typeface="Arial"/>
                        <a:sym typeface="Arial"/>
                      </a:endParaRPr>
                    </a:p>
                  </a:txBody>
                  <a:tcPr marL="0" marR="0" marT="63500" marB="63500" anchor="ctr">
                    <a:lnL w="0" cap="flat" cmpd="sng" algn="ctr">
                      <a:noFill/>
                      <a:prstDash val="solid"/>
                    </a:lnL>
                    <a:lnR w="0" cap="flat" cmpd="sng" algn="ctr">
                      <a:noFill/>
                      <a:prstDash val="solid"/>
                    </a:lnR>
                    <a:lnT w="0" cap="flat" cmpd="sng" algn="ctr">
                      <a:no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endParaRPr sz="1400" b="0" i="0" u="none" cap="none" dirty="0">
                        <a:solidFill>
                          <a:srgbClr val="000000">
                            <a:alpha val="100000"/>
                          </a:srgbClr>
                        </a:solidFill>
                        <a:latin typeface="Arial"/>
                        <a:cs typeface="Arial"/>
                        <a:sym typeface="Arial"/>
                      </a:endParaRPr>
                    </a:p>
                  </a:txBody>
                  <a:tcPr marL="0" marR="0" marT="63500" marB="63500" anchor="ctr">
                    <a:lnL w="0" cap="flat" cmpd="sng" algn="ctr">
                      <a:noFill/>
                      <a:prstDash val="solid"/>
                    </a:lnL>
                    <a:lnR w="0" cap="flat" cmpd="sng" algn="ctr">
                      <a:noFill/>
                      <a:prstDash val="solid"/>
                    </a:lnR>
                    <a:lnT w="0" cap="flat" cmpd="sng" algn="ctr">
                      <a:noFill/>
                      <a:prstDash val="solid"/>
                    </a:lnT>
                    <a:lnB w="1905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754330331"/>
                  </a:ext>
                </a:extLst>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A60CB547-CE65-72D7-4A42-9FF132388CA5}"/>
              </a:ext>
            </a:extLst>
          </p:cNvPr>
          <p:cNvSpPr>
            <a:spLocks noGrp="1"/>
          </p:cNvSpPr>
          <p:nvPr>
            <p:ph idx="1"/>
          </p:nvPr>
        </p:nvSpPr>
        <p:spPr>
          <a:xfrm>
            <a:off x="609600" y="3204601"/>
            <a:ext cx="10972800" cy="1161662"/>
          </a:xfrm>
        </p:spPr>
        <p:txBody>
          <a:bodyPr vert="horz" lIns="91440" tIns="45720" rIns="91440" bIns="45720" rtlCol="0" anchor="t">
            <a:noAutofit/>
          </a:bodyPr>
          <a:lstStyle/>
          <a:p>
            <a:pPr algn="ctr"/>
            <a:r>
              <a:rPr lang="en-US" sz="2800" dirty="0">
                <a:latin typeface="Segoe Condensed"/>
                <a:cs typeface="Times New Roman"/>
              </a:rPr>
              <a:t>In case any relevant signal is detected by any partner, please share with </a:t>
            </a:r>
            <a:endParaRPr lang="en-US" sz="2800" dirty="0">
              <a:cs typeface="Times New Roman"/>
            </a:endParaRPr>
          </a:p>
          <a:p>
            <a:pPr algn="ctr"/>
            <a:r>
              <a:rPr lang="en-US" sz="2800" dirty="0">
                <a:latin typeface="Segoe Condensed"/>
                <a:cs typeface="Times New Roman"/>
                <a:hlinkClick r:id="rId2"/>
              </a:rPr>
              <a:t>outbreak@who.int</a:t>
            </a:r>
            <a:r>
              <a:rPr lang="en-US" sz="2800" dirty="0">
                <a:latin typeface="Segoe Condensed"/>
                <a:cs typeface="Times New Roman"/>
              </a:rPr>
              <a:t> </a:t>
            </a:r>
          </a:p>
          <a:p>
            <a:pPr algn="ctr"/>
            <a:r>
              <a:rPr lang="en-US" sz="2800" dirty="0">
                <a:latin typeface="Segoe Condensed"/>
                <a:cs typeface="Times New Roman"/>
              </a:rPr>
              <a:t>Copy: </a:t>
            </a:r>
            <a:r>
              <a:rPr lang="en-US" sz="2800" dirty="0">
                <a:latin typeface="Segoe Condensed"/>
                <a:cs typeface="Times New Roman"/>
                <a:hlinkClick r:id="rId3"/>
              </a:rPr>
              <a:t>goarn@who.int</a:t>
            </a:r>
            <a:r>
              <a:rPr lang="en-US" sz="2800" dirty="0">
                <a:latin typeface="Segoe Condensed"/>
                <a:cs typeface="Times New Roman"/>
              </a:rPr>
              <a:t> </a:t>
            </a:r>
            <a:endParaRPr lang="en-US" sz="2800" dirty="0">
              <a:cs typeface="Times New Roman"/>
            </a:endParaRPr>
          </a:p>
        </p:txBody>
      </p:sp>
      <p:sp>
        <p:nvSpPr>
          <p:cNvPr id="3" name="Slide Number Placeholder 2">
            <a:extLst>
              <a:ext uri="{FF2B5EF4-FFF2-40B4-BE49-F238E27FC236}">
                <a16:creationId xmlns:a16="http://schemas.microsoft.com/office/drawing/2014/main" id="{920A7691-378E-85EA-8614-A5F2FCC67927}"/>
              </a:ext>
            </a:extLst>
          </p:cNvPr>
          <p:cNvSpPr>
            <a:spLocks noGrp="1"/>
          </p:cNvSpPr>
          <p:nvPr>
            <p:ph type="sldNum" sz="quarter" idx="12"/>
          </p:nvPr>
        </p:nvSpPr>
        <p:spPr/>
        <p:txBody>
          <a:bodyPr/>
          <a:lstStyle/>
          <a:p>
            <a:fld id="{C5EF2332-01BF-834F-8236-50238282D533}" type="slidenum">
              <a:rPr lang="en-US" smtClean="0"/>
              <a:t>10</a:t>
            </a:fld>
            <a:endParaRPr lang="en-US"/>
          </a:p>
        </p:txBody>
      </p:sp>
      <p:sp>
        <p:nvSpPr>
          <p:cNvPr id="4" name="Title 3">
            <a:extLst>
              <a:ext uri="{FF2B5EF4-FFF2-40B4-BE49-F238E27FC236}">
                <a16:creationId xmlns:a16="http://schemas.microsoft.com/office/drawing/2014/main" id="{0E2AC616-43CB-A73C-3C9B-5568E73DF0B5}"/>
              </a:ext>
            </a:extLst>
          </p:cNvPr>
          <p:cNvSpPr>
            <a:spLocks noGrp="1"/>
          </p:cNvSpPr>
          <p:nvPr>
            <p:ph type="title"/>
          </p:nvPr>
        </p:nvSpPr>
        <p:spPr/>
        <p:txBody>
          <a:bodyPr/>
          <a:lstStyle/>
          <a:p>
            <a:r>
              <a:rPr lang="en-US" dirty="0">
                <a:latin typeface="Segoe Condensed"/>
              </a:rPr>
              <a:t>Contact</a:t>
            </a:r>
            <a:endParaRPr lang="en-US" dirty="0"/>
          </a:p>
        </p:txBody>
      </p:sp>
      <p:sp>
        <p:nvSpPr>
          <p:cNvPr id="5" name="Content Placeholder 1">
            <a:extLst>
              <a:ext uri="{FF2B5EF4-FFF2-40B4-BE49-F238E27FC236}">
                <a16:creationId xmlns:a16="http://schemas.microsoft.com/office/drawing/2014/main" id="{FFD077CA-942F-E423-4BEB-B7922755A320}"/>
              </a:ext>
            </a:extLst>
          </p:cNvPr>
          <p:cNvSpPr txBox="1">
            <a:spLocks/>
          </p:cNvSpPr>
          <p:nvPr/>
        </p:nvSpPr>
        <p:spPr>
          <a:xfrm>
            <a:off x="609600" y="1497137"/>
            <a:ext cx="10972800" cy="1161662"/>
          </a:xfrm>
          <a:prstGeom prst="rect">
            <a:avLst/>
          </a:prstGeom>
        </p:spPr>
        <p:txBody>
          <a:bodyPr vert="horz" lIns="91440" tIns="45720" rIns="91440" bIns="45720" rtlCol="0" anchor="t">
            <a:noAutofit/>
          </a:bodyPr>
          <a:lstStyle>
            <a:lvl1pPr marL="0" indent="0" algn="l" defTabSz="685800" rtl="0" eaLnBrk="1" latinLnBrk="0" hangingPunct="1">
              <a:spcBef>
                <a:spcPct val="20000"/>
              </a:spcBef>
              <a:buFont typeface="Arial" panose="020B0604020202020204" pitchFamily="34" charset="0"/>
              <a:buNone/>
              <a:defRPr sz="1800" b="0" kern="1200">
                <a:solidFill>
                  <a:schemeClr val="tx1"/>
                </a:solidFill>
                <a:latin typeface="Segoe Condensed" panose="020B0606040200020203" pitchFamily="34" charset="0"/>
                <a:ea typeface="+mn-ea"/>
                <a:cs typeface="+mn-cs"/>
              </a:defRPr>
            </a:lvl1pPr>
            <a:lvl2pPr marL="557213" indent="-214313" algn="l" defTabSz="685800" rtl="0" eaLnBrk="1" latinLnBrk="0" hangingPunct="1">
              <a:spcBef>
                <a:spcPct val="20000"/>
              </a:spcBef>
              <a:buFont typeface="Arial" panose="020B0604020202020204" pitchFamily="34" charset="0"/>
              <a:buChar char="–"/>
              <a:defRPr sz="1500" b="0" kern="1200">
                <a:solidFill>
                  <a:schemeClr val="tx1"/>
                </a:solidFill>
                <a:latin typeface="Segoe Condensed" panose="020B0606040200020203" pitchFamily="34" charset="0"/>
                <a:ea typeface="+mn-ea"/>
                <a:cs typeface="+mn-cs"/>
              </a:defRPr>
            </a:lvl2pPr>
            <a:lvl3pPr marL="857250" indent="-171450" algn="l" defTabSz="685800" rtl="0" eaLnBrk="1" latinLnBrk="0" hangingPunct="1">
              <a:spcBef>
                <a:spcPct val="20000"/>
              </a:spcBef>
              <a:buFont typeface="Arial" panose="020B0604020202020204" pitchFamily="34" charset="0"/>
              <a:buChar char="•"/>
              <a:defRPr sz="1350" b="0" kern="1200">
                <a:solidFill>
                  <a:schemeClr val="tx1"/>
                </a:solidFill>
                <a:latin typeface="Segoe Condensed" panose="020B0606040200020203" pitchFamily="34" charset="0"/>
                <a:ea typeface="+mn-ea"/>
                <a:cs typeface="+mn-cs"/>
              </a:defRPr>
            </a:lvl3pPr>
            <a:lvl4pPr marL="1200150" indent="-171450" algn="l" defTabSz="685800" rtl="0" eaLnBrk="1" latinLnBrk="0" hangingPunct="1">
              <a:spcBef>
                <a:spcPct val="20000"/>
              </a:spcBef>
              <a:buFont typeface="Arial" panose="020B0604020202020204" pitchFamily="34" charset="0"/>
              <a:buChar char="–"/>
              <a:defRPr sz="1500" b="1" kern="1200">
                <a:solidFill>
                  <a:schemeClr val="tx1"/>
                </a:solidFill>
                <a:latin typeface="Segoe Condensed" panose="020B0606040200020203" pitchFamily="34" charset="0"/>
                <a:ea typeface="+mn-ea"/>
                <a:cs typeface="+mn-cs"/>
              </a:defRPr>
            </a:lvl4pPr>
            <a:lvl5pPr marL="1543050" indent="-171450" algn="l" defTabSz="685800" rtl="0" eaLnBrk="1" latinLnBrk="0" hangingPunct="1">
              <a:spcBef>
                <a:spcPct val="20000"/>
              </a:spcBef>
              <a:buFont typeface="Arial" panose="020B0604020202020204" pitchFamily="34" charset="0"/>
              <a:buChar char="»"/>
              <a:defRPr sz="1500" b="1" kern="1200">
                <a:solidFill>
                  <a:schemeClr val="tx1"/>
                </a:solidFill>
                <a:latin typeface="Segoe Condensed" panose="020B0606040200020203" pitchFamily="34" charset="0"/>
                <a:ea typeface="+mn-ea"/>
                <a:cs typeface="+mn-cs"/>
              </a:defRPr>
            </a:lvl5pPr>
            <a:lvl6pPr marL="1885950" indent="-171450" algn="l" defTabSz="685800" rtl="0" eaLnBrk="1" latinLnBrk="0" hangingPunct="1">
              <a:spcBef>
                <a:spcPct val="20000"/>
              </a:spcBef>
              <a:buFont typeface="Arial" panose="020B0604020202020204" pitchFamily="34" charset="0"/>
              <a:buChar char="•"/>
              <a:defRPr sz="1500" kern="1200">
                <a:solidFill>
                  <a:schemeClr val="tx1"/>
                </a:solidFill>
                <a:latin typeface="+mn-lt"/>
                <a:ea typeface="+mn-ea"/>
                <a:cs typeface="+mn-cs"/>
              </a:defRPr>
            </a:lvl6pPr>
            <a:lvl7pPr marL="2228850" indent="-171450" algn="l" defTabSz="685800" rtl="0" eaLnBrk="1" latinLnBrk="0" hangingPunct="1">
              <a:spcBef>
                <a:spcPct val="20000"/>
              </a:spcBef>
              <a:buFont typeface="Arial" panose="020B0604020202020204" pitchFamily="34" charset="0"/>
              <a:buChar char="•"/>
              <a:defRPr sz="1500" kern="1200">
                <a:solidFill>
                  <a:schemeClr val="tx1"/>
                </a:solidFill>
                <a:latin typeface="+mn-lt"/>
                <a:ea typeface="+mn-ea"/>
                <a:cs typeface="+mn-cs"/>
              </a:defRPr>
            </a:lvl7pPr>
            <a:lvl8pPr marL="2571750" indent="-171450" algn="l" defTabSz="685800" rtl="0" eaLnBrk="1" latinLnBrk="0" hangingPunct="1">
              <a:spcBef>
                <a:spcPct val="20000"/>
              </a:spcBef>
              <a:buFont typeface="Arial" panose="020B0604020202020204" pitchFamily="34" charset="0"/>
              <a:buChar char="•"/>
              <a:defRPr sz="1500" kern="1200">
                <a:solidFill>
                  <a:schemeClr val="tx1"/>
                </a:solidFill>
                <a:latin typeface="+mn-lt"/>
                <a:ea typeface="+mn-ea"/>
                <a:cs typeface="+mn-cs"/>
              </a:defRPr>
            </a:lvl8pPr>
            <a:lvl9pPr marL="2914650" indent="-171450" algn="l" defTabSz="685800" rtl="0" eaLnBrk="1" latinLnBrk="0" hangingPunct="1">
              <a:spcBef>
                <a:spcPct val="20000"/>
              </a:spcBef>
              <a:buFont typeface="Arial" panose="020B0604020202020204" pitchFamily="34" charset="0"/>
              <a:buChar char="•"/>
              <a:defRPr sz="1500" kern="1200">
                <a:solidFill>
                  <a:schemeClr val="tx1"/>
                </a:solidFill>
                <a:latin typeface="+mn-lt"/>
                <a:ea typeface="+mn-ea"/>
                <a:cs typeface="+mn-cs"/>
              </a:defRPr>
            </a:lvl9pPr>
          </a:lstStyle>
          <a:p>
            <a:pPr algn="just"/>
            <a:r>
              <a:rPr lang="en-GB" sz="2800" dirty="0"/>
              <a:t>We want to highlight that the detection of signals presented is a result of the significant efforts and effective communication from RO, WCO with MoH and NFPs.</a:t>
            </a:r>
            <a:endParaRPr lang="en-US" sz="2800" dirty="0">
              <a:cs typeface="Times New Roman"/>
            </a:endParaRPr>
          </a:p>
        </p:txBody>
      </p:sp>
    </p:spTree>
    <p:extLst>
      <p:ext uri="{BB962C8B-B14F-4D97-AF65-F5344CB8AC3E}">
        <p14:creationId xmlns:p14="http://schemas.microsoft.com/office/powerpoint/2010/main" val="723980866"/>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PROJECT_OPEN" val="0"/>
  <p:tag name="ARTICULATE_SLIDE_COUNT" val="8"/>
  <p:tag name="ARTICULATE_DESIGN_ID_WHE" val="V9GGs3hh"/>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WHE">
  <a:themeElements>
    <a:clrScheme name="Custom 15">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7F7F7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1E7FB8"/>
        </a:solidFill>
        <a:ln>
          <a:solidFill>
            <a:srgbClr val="0070C0"/>
          </a:solidFill>
        </a:ln>
      </a:spPr>
      <a:bodyPr rtlCol="0" anchor="ctr"/>
      <a:lstStyle>
        <a:defPPr algn="ctr">
          <a:defRPr>
            <a:solidFill>
              <a:schemeClr val="accent1"/>
            </a:solidFill>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DVA_nCoV_Template.potx [Read-Only]" id="{03170B1E-CD00-4BBB-82B6-0A34E7E71D33}" vid="{785DD861-4870-4038-A967-56C57AC43D4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F4975FBDD4047747973BA80731FDA9B8" ma:contentTypeVersion="19" ma:contentTypeDescription="Create a new document." ma:contentTypeScope="" ma:versionID="6e10b7193ab1881411c4b29aacdd38f9">
  <xsd:schema xmlns:xsd="http://www.w3.org/2001/XMLSchema" xmlns:xs="http://www.w3.org/2001/XMLSchema" xmlns:p="http://schemas.microsoft.com/office/2006/metadata/properties" xmlns:ns2="a09e9d82-a4a6-4b9b-911d-2666e311eede" xmlns:ns3="b2f4e7dc-877a-4ed9-a52f-e1cf0df97ff5" targetNamespace="http://schemas.microsoft.com/office/2006/metadata/properties" ma:root="true" ma:fieldsID="69b0705cf479ba1e6a436010564e6c75" ns2:_="" ns3:_="">
    <xsd:import namespace="a09e9d82-a4a6-4b9b-911d-2666e311eede"/>
    <xsd:import namespace="b2f4e7dc-877a-4ed9-a52f-e1cf0df97ff5"/>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_Flow_SignoffStatus" minOccurs="0"/>
                <xsd:element ref="ns2:MediaServiceAutoTags" minOccurs="0"/>
                <xsd:element ref="ns2:MediaServiceGenerationTime" minOccurs="0"/>
                <xsd:element ref="ns2:MediaServiceEventHashCode" minOccurs="0"/>
                <xsd:element ref="ns2:MediaServiceAutoKeyPoints" minOccurs="0"/>
                <xsd:element ref="ns2:MediaServiceKeyPoints" minOccurs="0"/>
                <xsd:element ref="ns2:MediaServiceOCR" minOccurs="0"/>
                <xsd:element ref="ns2:MediaServiceDateTaken" minOccurs="0"/>
                <xsd:element ref="ns2:MediaLengthInSeconds" minOccurs="0"/>
                <xsd:element ref="ns2:MediaServiceLocation" minOccurs="0"/>
                <xsd:element ref="ns2:lcf76f155ced4ddcb4097134ff3c332f" minOccurs="0"/>
                <xsd:element ref="ns3:TaxCatchAll"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09e9d82-a4a6-4b9b-911d-2666e311eede"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_Flow_SignoffStatus" ma:index="12" nillable="true" ma:displayName="Sign-off status" ma:internalName="_x0024_Resources_x003a_core_x002c_Signoff_Status_x003b_">
      <xsd:simpleType>
        <xsd:restriction base="dms:Text"/>
      </xsd:simpleType>
    </xsd:element>
    <xsd:element name="MediaServiceAutoTags" ma:index="13" nillable="true" ma:displayName="Tags" ma:internalName="MediaServiceAutoTags" ma:readOnly="true">
      <xsd:simpleType>
        <xsd:restriction base="dms:Text"/>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true">
      <xsd:simpleType>
        <xsd:restriction base="dms:Note">
          <xsd:maxLength value="255"/>
        </xsd:restriction>
      </xsd:simpleType>
    </xsd:element>
    <xsd:element name="MediaServiceOCR" ma:index="18" nillable="true" ma:displayName="Extracted Text" ma:internalName="MediaServiceOCR" ma:readOnly="true">
      <xsd:simpleType>
        <xsd:restriction base="dms:Note">
          <xsd:maxLength value="255"/>
        </xsd:restriction>
      </xsd:simpleType>
    </xsd:element>
    <xsd:element name="MediaServiceDateTaken" ma:index="19" nillable="true" ma:displayName="MediaServiceDateTaken" ma:hidden="true" ma:internalName="MediaServiceDateTaken" ma:readOnly="true">
      <xsd:simpleType>
        <xsd:restriction base="dms:Text"/>
      </xsd:simpleType>
    </xsd:element>
    <xsd:element name="MediaLengthInSeconds" ma:index="20" nillable="true" ma:displayName="MediaLengthInSeconds" ma:hidden="true" ma:internalName="MediaLengthInSeconds" ma:readOnly="true">
      <xsd:simpleType>
        <xsd:restriction base="dms:Unknown"/>
      </xsd:simpleType>
    </xsd:element>
    <xsd:element name="MediaServiceLocation" ma:index="21" nillable="true" ma:displayName="Location" ma:internalName="MediaServiceLocation" ma:readOnly="true">
      <xsd:simpleType>
        <xsd:restriction base="dms:Text"/>
      </xsd:simpleType>
    </xsd:element>
    <xsd:element name="lcf76f155ced4ddcb4097134ff3c332f" ma:index="23" nillable="true" ma:taxonomy="true" ma:internalName="lcf76f155ced4ddcb4097134ff3c332f" ma:taxonomyFieldName="MediaServiceImageTags" ma:displayName="Image Tags" ma:readOnly="false" ma:fieldId="{5cf76f15-5ced-4ddc-b409-7134ff3c332f}" ma:taxonomyMulti="true" ma:sspId="aa4eac88-8ae6-4a96-90c7-97bc93c844ef"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5" nillable="true" ma:displayName="MediaServiceObjectDetectorVersions" ma:hidden="true" ma:indexed="true" ma:internalName="MediaServiceObjectDetectorVersions" ma:readOnly="true">
      <xsd:simpleType>
        <xsd:restriction base="dms:Text"/>
      </xsd:simpleType>
    </xsd:element>
    <xsd:element name="MediaServiceSearchProperties" ma:index="26"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b2f4e7dc-877a-4ed9-a52f-e1cf0df97ff5"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TaxCatchAll" ma:index="24" nillable="true" ma:displayName="Taxonomy Catch All Column" ma:hidden="true" ma:list="{c48c9d6b-8a7d-41e7-8889-f6e204576da1}" ma:internalName="TaxCatchAll" ma:showField="CatchAllData" ma:web="b2f4e7dc-877a-4ed9-a52f-e1cf0df97ff5">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TaxCatchAll xmlns="b2f4e7dc-877a-4ed9-a52f-e1cf0df97ff5" xsi:nil="true"/>
    <lcf76f155ced4ddcb4097134ff3c332f xmlns="a09e9d82-a4a6-4b9b-911d-2666e311eede">
      <Terms xmlns="http://schemas.microsoft.com/office/infopath/2007/PartnerControls"/>
    </lcf76f155ced4ddcb4097134ff3c332f>
    <_Flow_SignoffStatus xmlns="a09e9d82-a4a6-4b9b-911d-2666e311eede" xsi:nil="true"/>
  </documentManagement>
</p:properties>
</file>

<file path=customXml/itemProps1.xml><?xml version="1.0" encoding="utf-8"?>
<ds:datastoreItem xmlns:ds="http://schemas.openxmlformats.org/officeDocument/2006/customXml" ds:itemID="{2350DA3F-FE47-49EC-9149-12F59676D1A7}">
  <ds:schemaRefs>
    <ds:schemaRef ds:uri="http://schemas.microsoft.com/sharepoint/v3/contenttype/forms"/>
  </ds:schemaRefs>
</ds:datastoreItem>
</file>

<file path=customXml/itemProps2.xml><?xml version="1.0" encoding="utf-8"?>
<ds:datastoreItem xmlns:ds="http://schemas.openxmlformats.org/officeDocument/2006/customXml" ds:itemID="{7CD244AF-493C-485D-8796-CE646EF3B13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a09e9d82-a4a6-4b9b-911d-2666e311eede"/>
    <ds:schemaRef ds:uri="b2f4e7dc-877a-4ed9-a52f-e1cf0df97ff5"/>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E35E4285-A42E-4477-BACD-839674D390A7}">
  <ds:schemaRefs>
    <ds:schemaRef ds:uri="http://schemas.openxmlformats.org/package/2006/metadata/core-properties"/>
    <ds:schemaRef ds:uri="http://purl.org/dc/terms/"/>
    <ds:schemaRef ds:uri="http://schemas.microsoft.com/office/2006/documentManagement/types"/>
    <ds:schemaRef ds:uri="http://purl.org/dc/elements/1.1/"/>
    <ds:schemaRef ds:uri="http://purl.org/dc/dcmitype/"/>
    <ds:schemaRef ds:uri="http://schemas.microsoft.com/office/2006/metadata/properties"/>
    <ds:schemaRef ds:uri="http://www.w3.org/XML/1998/namespace"/>
    <ds:schemaRef ds:uri="a09e9d82-a4a6-4b9b-911d-2666e311eede"/>
    <ds:schemaRef ds:uri="http://schemas.microsoft.com/office/infopath/2007/PartnerControls"/>
    <ds:schemaRef ds:uri="b2f4e7dc-877a-4ed9-a52f-e1cf0df97ff5"/>
  </ds:schemaRefs>
</ds:datastoreItem>
</file>

<file path=docProps/app.xml><?xml version="1.0" encoding="utf-8"?>
<Properties xmlns="http://schemas.openxmlformats.org/officeDocument/2006/extended-properties" xmlns:vt="http://schemas.openxmlformats.org/officeDocument/2006/docPropsVTypes">
  <TotalTime>752</TotalTime>
  <Words>740</Words>
  <Application>Microsoft Office PowerPoint</Application>
  <PresentationFormat>Widescreen</PresentationFormat>
  <Paragraphs>58</Paragraphs>
  <Slides>10</Slides>
  <Notes>0</Notes>
  <HiddenSlides>5</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10</vt:i4>
      </vt:variant>
    </vt:vector>
  </HeadingPairs>
  <TitlesOfParts>
    <vt:vector size="16" baseType="lpstr">
      <vt:lpstr>Arial</vt:lpstr>
      <vt:lpstr>Calibri</vt:lpstr>
      <vt:lpstr>Corbel</vt:lpstr>
      <vt:lpstr>Leelawadee</vt:lpstr>
      <vt:lpstr>Segoe Condensed</vt:lpstr>
      <vt:lpstr>WHE</vt:lpstr>
      <vt:lpstr>Public Health Intelligence (acute events) GOARN Presentation</vt:lpstr>
      <vt:lpstr>Preface</vt:lpstr>
      <vt:lpstr>Detection, verification, risk assessment, communication and response process</vt:lpstr>
      <vt:lpstr>WHO-HQ PHI information flow</vt:lpstr>
      <vt:lpstr>Detection and Verification Process</vt:lpstr>
      <vt:lpstr>Signal nomenclature</vt:lpstr>
      <vt:lpstr>PHI indicators for the last 7 days as of 16 Oct 2025</vt:lpstr>
      <vt:lpstr>List of signals/events in the past 7 day  as of 16 Oct 2025</vt:lpstr>
      <vt:lpstr>Status of products during the current week From 10 to 16  Oct 2025 </vt:lpstr>
      <vt:lpstr>Contact</vt:lpstr>
    </vt:vector>
  </TitlesOfParts>
  <LinksUpToDate>false</LinksUpToDate>
  <SharedDoc>false</SharedDoc>
  <HyperlinksChanged>false</HyperlinksChanged>
  <AppVersion>16.0000</AppVersion>
</Properties>
</file>

<file path=docProps/app0.xml><?xml version="1.0" encoding="utf-8"?>
<Properties xmlns="http://schemas.openxmlformats.org/officeDocument/2006/extended-properties" xmlns:vt="http://schemas.openxmlformats.org/officeDocument/2006/docPropsVTypes">
  <TotalTime>2</TotalTime>
  <Words>49</Words>
  <Application>Microsoft Office PowerPoint</Application>
  <PresentationFormat>On-screen Show (4:3)</PresentationFormat>
  <Paragraphs>15</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Situation update: nCoV</dc:title>
  <dc:creator>NEDELEC, Yoann</dc:creator>
  <cp:keywords/>
  <cp:lastModifiedBy>KAASIK-AASLAV, Kaja</cp:lastModifiedBy>
  <cp:revision>94</cp:revision>
  <dcterms:created xsi:type="dcterms:W3CDTF">2020-03-30T19:54:51Z</dcterms:created>
  <dcterms:modified xsi:type="dcterms:W3CDTF">2025-10-16T09:08:13Z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output">
    <vt:lpwstr>powerpoint_presentation</vt:lpwstr>
  </property>
  <property fmtid="{D5CDD505-2E9C-101B-9397-08002B2CF9AE}" pid="3" name="ArticulateGUID">
    <vt:lpwstr>AAB1370B-3677-40F6-AAA6-D39C01A1D7A0</vt:lpwstr>
  </property>
  <property fmtid="{D5CDD505-2E9C-101B-9397-08002B2CF9AE}" pid="4" name="ArticulatePath">
    <vt:lpwstr>DVA_nCoV_Slides</vt:lpwstr>
  </property>
  <property fmtid="{D5CDD505-2E9C-101B-9397-08002B2CF9AE}" pid="5" name="ContentTypeId">
    <vt:lpwstr>0x010100F4975FBDD4047747973BA80731FDA9B8</vt:lpwstr>
  </property>
  <property fmtid="{D5CDD505-2E9C-101B-9397-08002B2CF9AE}" pid="6" name="MediaServiceImageTags">
    <vt:lpwstr/>
  </property>
</Properties>
</file>