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1689" r:id="rId5"/>
    <p:sldId id="264" r:id="rId6"/>
    <p:sldId id="261" r:id="rId7"/>
    <p:sldId id="1695" r:id="rId8"/>
    <p:sldId id="1683" r:id="rId9"/>
    <p:sldId id="1687" r:id="rId10"/>
    <p:sldId id="1690" r:id="rId11"/>
    <p:sldId id="1691" r:id="rId12"/>
    <p:sldId id="1692" r:id="rId13"/>
    <p:sldId id="1693" r:id="rId14"/>
    <p:sldId id="1682" r:id="rId15"/>
    <p:sldId id="1694"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7A079-ABAE-ACE7-662A-89579F5A198D}" name="Miguel Pereira" initials="" userId="S::miguel.pereira@Cogitars.onmicrosoft.com::27d75981-23af-4291-a333-f45e200a1150" providerId="AD"/>
  <p188:author id="{3F83D3F6-2416-18C8-BC71-C3B5BEBEF16B}" name="GREENE-CRAMER, Blanche Johanna" initials="GCBJ" userId="S::greenecramerb@who.int::e255753c-7384-4300-a585-4ababc97b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MBLION, Esther" initials="HE" lastIdx="18" clrIdx="0">
    <p:extLst>
      <p:ext uri="{19B8F6BF-5375-455C-9EA6-DF929625EA0E}">
        <p15:presenceInfo xmlns:p15="http://schemas.microsoft.com/office/powerpoint/2012/main" userId="S::hamblione@who.int::8109b22d-f61d-402d-bbc3-72293e5733fd" providerId="AD"/>
      </p:ext>
    </p:extLst>
  </p:cmAuthor>
  <p:cmAuthor id="2" name="PLOTOGEA, Amalia" initials="PA" lastIdx="28" clrIdx="1">
    <p:extLst>
      <p:ext uri="{19B8F6BF-5375-455C-9EA6-DF929625EA0E}">
        <p15:presenceInfo xmlns:p15="http://schemas.microsoft.com/office/powerpoint/2012/main" userId="S::plotogeaa@who.int::c5a1f574-b805-4098-a3e6-a1dd1b1244ff" providerId="AD"/>
      </p:ext>
    </p:extLst>
  </p:cmAuthor>
  <p:cmAuthor id="3" name="CHEM, Elvis" initials="CE" lastIdx="7" clrIdx="2">
    <p:extLst>
      <p:ext uri="{19B8F6BF-5375-455C-9EA6-DF929625EA0E}">
        <p15:presenceInfo xmlns:p15="http://schemas.microsoft.com/office/powerpoint/2012/main" userId="S-1-5-21-1446143339-2250552318-1255726049-318075" providerId="AD"/>
      </p:ext>
    </p:extLst>
  </p:cmAuthor>
  <p:cmAuthor id="4" name="TAHELEW, Etsub Engedashet" initials="TEE" lastIdx="9" clrIdx="3">
    <p:extLst>
      <p:ext uri="{19B8F6BF-5375-455C-9EA6-DF929625EA0E}">
        <p15:presenceInfo xmlns:p15="http://schemas.microsoft.com/office/powerpoint/2012/main" userId="S::tahelewe@who.int::54228d5e-79d5-428d-8d23-f870e7181b02" providerId="AD"/>
      </p:ext>
    </p:extLst>
  </p:cmAuthor>
  <p:cmAuthor id="5" name="CHEM, Elvis" initials="CE [2]" lastIdx="4" clrIdx="4">
    <p:extLst>
      <p:ext uri="{19B8F6BF-5375-455C-9EA6-DF929625EA0E}">
        <p15:presenceInfo xmlns:p15="http://schemas.microsoft.com/office/powerpoint/2012/main" userId="S::cheme@who.int::dd05af57-9c48-452b-a76a-be5a65ec7d8b" providerId="AD"/>
      </p:ext>
    </p:extLst>
  </p:cmAuthor>
  <p:cmAuthor id="6" name="PERON, Emilie" initials="PE" lastIdx="15" clrIdx="5">
    <p:extLst>
      <p:ext uri="{19B8F6BF-5375-455C-9EA6-DF929625EA0E}">
        <p15:presenceInfo xmlns:p15="http://schemas.microsoft.com/office/powerpoint/2012/main" userId="S::perone@who.int::b2012169-1cd0-4e8b-8263-cd0cc0e1c3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F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42315B-C4E2-4A0E-B6C9-4EEF086577E7}" v="20" dt="2025-10-16T11:47:00.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615" autoAdjust="0"/>
    <p:restoredTop sz="94711" autoAdjust="0"/>
  </p:normalViewPr>
  <p:slideViewPr>
    <p:cSldViewPr snapToGrid="0" snapToObjects="1">
      <p:cViewPr varScale="1">
        <p:scale>
          <a:sx n="104" d="100"/>
          <a:sy n="104" d="100"/>
        </p:scale>
        <p:origin x="144" y="22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DERSON, Corey" userId="S::chenderson@who.int::043682c7-9ee8-4bcc-8574-89c2235bd7ee" providerId="AD" clId="Web-{5823CFE9-26D5-C442-1D8B-8399CDEBDD15}"/>
    <pc:docChg chg="modSld">
      <pc:chgData name="HENDERSON, Corey" userId="S::chenderson@who.int::043682c7-9ee8-4bcc-8574-89c2235bd7ee" providerId="AD" clId="Web-{5823CFE9-26D5-C442-1D8B-8399CDEBDD15}" dt="2025-10-14T14:06:05.003" v="67" actId="20577"/>
      <pc:docMkLst>
        <pc:docMk/>
      </pc:docMkLst>
      <pc:sldChg chg="modSp">
        <pc:chgData name="HENDERSON, Corey" userId="S::chenderson@who.int::043682c7-9ee8-4bcc-8574-89c2235bd7ee" providerId="AD" clId="Web-{5823CFE9-26D5-C442-1D8B-8399CDEBDD15}" dt="2025-10-14T14:06:05.003" v="67" actId="20577"/>
        <pc:sldMkLst>
          <pc:docMk/>
          <pc:sldMk cId="277676615" sldId="1682"/>
        </pc:sldMkLst>
        <pc:spChg chg="mod">
          <ac:chgData name="HENDERSON, Corey" userId="S::chenderson@who.int::043682c7-9ee8-4bcc-8574-89c2235bd7ee" providerId="AD" clId="Web-{5823CFE9-26D5-C442-1D8B-8399CDEBDD15}" dt="2025-10-14T14:06:05.003" v="67" actId="20577"/>
          <ac:spMkLst>
            <pc:docMk/>
            <pc:sldMk cId="277676615" sldId="1682"/>
            <ac:spMk id="3" creationId="{F06207D2-CACC-44E7-87C2-03B2C7DD4303}"/>
          </ac:spMkLst>
        </pc:spChg>
      </pc:sldChg>
    </pc:docChg>
  </pc:docChgLst>
  <pc:docChgLst>
    <pc:chgData name="KAASIK-AASLAV, Kaja" userId="ae59534f-ec9f-404e-904a-f07cec1c281d" providerId="ADAL" clId="{D842315B-C4E2-4A0E-B6C9-4EEF086577E7}"/>
    <pc:docChg chg="undo custSel addSld delSld modSld modMainMaster">
      <pc:chgData name="KAASIK-AASLAV, Kaja" userId="ae59534f-ec9f-404e-904a-f07cec1c281d" providerId="ADAL" clId="{D842315B-C4E2-4A0E-B6C9-4EEF086577E7}" dt="2025-10-16T12:08:26.609" v="907" actId="1076"/>
      <pc:docMkLst>
        <pc:docMk/>
      </pc:docMkLst>
      <pc:sldChg chg="modSp mod">
        <pc:chgData name="KAASIK-AASLAV, Kaja" userId="ae59534f-ec9f-404e-904a-f07cec1c281d" providerId="ADAL" clId="{D842315B-C4E2-4A0E-B6C9-4EEF086577E7}" dt="2025-10-14T14:05:11.394" v="709" actId="27636"/>
        <pc:sldMkLst>
          <pc:docMk/>
          <pc:sldMk cId="277676615" sldId="1682"/>
        </pc:sldMkLst>
        <pc:spChg chg="mod">
          <ac:chgData name="KAASIK-AASLAV, Kaja" userId="ae59534f-ec9f-404e-904a-f07cec1c281d" providerId="ADAL" clId="{D842315B-C4E2-4A0E-B6C9-4EEF086577E7}" dt="2025-10-14T14:05:11.394" v="709" actId="27636"/>
          <ac:spMkLst>
            <pc:docMk/>
            <pc:sldMk cId="277676615" sldId="1682"/>
            <ac:spMk id="3" creationId="{F06207D2-CACC-44E7-87C2-03B2C7DD4303}"/>
          </ac:spMkLst>
        </pc:spChg>
      </pc:sldChg>
      <pc:sldChg chg="modSp mod">
        <pc:chgData name="KAASIK-AASLAV, Kaja" userId="ae59534f-ec9f-404e-904a-f07cec1c281d" providerId="ADAL" clId="{D842315B-C4E2-4A0E-B6C9-4EEF086577E7}" dt="2025-10-06T12:44:19.870" v="351" actId="207"/>
        <pc:sldMkLst>
          <pc:docMk/>
          <pc:sldMk cId="1733617640" sldId="1687"/>
        </pc:sldMkLst>
        <pc:spChg chg="mod">
          <ac:chgData name="KAASIK-AASLAV, Kaja" userId="ae59534f-ec9f-404e-904a-f07cec1c281d" providerId="ADAL" clId="{D842315B-C4E2-4A0E-B6C9-4EEF086577E7}" dt="2025-10-06T12:44:19.870" v="351" actId="207"/>
          <ac:spMkLst>
            <pc:docMk/>
            <pc:sldMk cId="1733617640" sldId="1687"/>
            <ac:spMk id="2" creationId="{061F52C1-FD5B-2850-943B-B60A4F5EDF69}"/>
          </ac:spMkLst>
        </pc:spChg>
      </pc:sldChg>
      <pc:sldChg chg="del">
        <pc:chgData name="KAASIK-AASLAV, Kaja" userId="ae59534f-ec9f-404e-904a-f07cec1c281d" providerId="ADAL" clId="{D842315B-C4E2-4A0E-B6C9-4EEF086577E7}" dt="2025-10-14T10:09:17.398" v="636" actId="2696"/>
        <pc:sldMkLst>
          <pc:docMk/>
          <pc:sldMk cId="662519951" sldId="1688"/>
        </pc:sldMkLst>
      </pc:sldChg>
      <pc:sldChg chg="addSp modSp mod">
        <pc:chgData name="KAASIK-AASLAV, Kaja" userId="ae59534f-ec9f-404e-904a-f07cec1c281d" providerId="ADAL" clId="{D842315B-C4E2-4A0E-B6C9-4EEF086577E7}" dt="2025-10-16T11:50:14.461" v="899" actId="1076"/>
        <pc:sldMkLst>
          <pc:docMk/>
          <pc:sldMk cId="0" sldId="1691"/>
        </pc:sldMkLst>
        <pc:spChg chg="add mod">
          <ac:chgData name="KAASIK-AASLAV, Kaja" userId="ae59534f-ec9f-404e-904a-f07cec1c281d" providerId="ADAL" clId="{D842315B-C4E2-4A0E-B6C9-4EEF086577E7}" dt="2025-10-16T11:50:14.461" v="899" actId="1076"/>
          <ac:spMkLst>
            <pc:docMk/>
            <pc:sldMk cId="0" sldId="1691"/>
            <ac:spMk id="5" creationId="{F88587AD-C080-5B45-5FBC-98DD08580213}"/>
          </ac:spMkLst>
        </pc:spChg>
        <pc:graphicFrameChg chg="mod modGraphic">
          <ac:chgData name="KAASIK-AASLAV, Kaja" userId="ae59534f-ec9f-404e-904a-f07cec1c281d" providerId="ADAL" clId="{D842315B-C4E2-4A0E-B6C9-4EEF086577E7}" dt="2025-10-16T11:44:07.991" v="883" actId="403"/>
          <ac:graphicFrameMkLst>
            <pc:docMk/>
            <pc:sldMk cId="0" sldId="1691"/>
            <ac:graphicFrameMk id="3" creationId="{00000000-0000-0000-0000-000000000000}"/>
          </ac:graphicFrameMkLst>
        </pc:graphicFrameChg>
        <pc:graphicFrameChg chg="modGraphic">
          <ac:chgData name="KAASIK-AASLAV, Kaja" userId="ae59534f-ec9f-404e-904a-f07cec1c281d" providerId="ADAL" clId="{D842315B-C4E2-4A0E-B6C9-4EEF086577E7}" dt="2025-10-14T10:15:54.369" v="654" actId="6549"/>
          <ac:graphicFrameMkLst>
            <pc:docMk/>
            <pc:sldMk cId="0" sldId="1691"/>
            <ac:graphicFrameMk id="4" creationId="{00000000-0000-0000-0000-000000000000}"/>
          </ac:graphicFrameMkLst>
        </pc:graphicFrameChg>
      </pc:sldChg>
      <pc:sldChg chg="modSp mod">
        <pc:chgData name="KAASIK-AASLAV, Kaja" userId="ae59534f-ec9f-404e-904a-f07cec1c281d" providerId="ADAL" clId="{D842315B-C4E2-4A0E-B6C9-4EEF086577E7}" dt="2025-10-16T11:18:44.269" v="710" actId="20577"/>
        <pc:sldMkLst>
          <pc:docMk/>
          <pc:sldMk cId="0" sldId="1692"/>
        </pc:sldMkLst>
        <pc:spChg chg="mod">
          <ac:chgData name="KAASIK-AASLAV, Kaja" userId="ae59534f-ec9f-404e-904a-f07cec1c281d" providerId="ADAL" clId="{D842315B-C4E2-4A0E-B6C9-4EEF086577E7}" dt="2025-10-16T11:18:44.269" v="710" actId="20577"/>
          <ac:spMkLst>
            <pc:docMk/>
            <pc:sldMk cId="0" sldId="1692"/>
            <ac:spMk id="3" creationId="{00000000-0000-0000-0000-000000000000}"/>
          </ac:spMkLst>
        </pc:spChg>
      </pc:sldChg>
      <pc:sldChg chg="addSp modSp mod">
        <pc:chgData name="KAASIK-AASLAV, Kaja" userId="ae59534f-ec9f-404e-904a-f07cec1c281d" providerId="ADAL" clId="{D842315B-C4E2-4A0E-B6C9-4EEF086577E7}" dt="2025-10-16T11:47:25.516" v="890" actId="115"/>
        <pc:sldMkLst>
          <pc:docMk/>
          <pc:sldMk cId="0" sldId="1693"/>
        </pc:sldMkLst>
        <pc:spChg chg="add mod">
          <ac:chgData name="KAASIK-AASLAV, Kaja" userId="ae59534f-ec9f-404e-904a-f07cec1c281d" providerId="ADAL" clId="{D842315B-C4E2-4A0E-B6C9-4EEF086577E7}" dt="2025-10-16T11:47:25.516" v="890" actId="115"/>
          <ac:spMkLst>
            <pc:docMk/>
            <pc:sldMk cId="0" sldId="1693"/>
            <ac:spMk id="4" creationId="{5D35BD7D-4A30-BB27-7B56-4527A0532ED8}"/>
          </ac:spMkLst>
        </pc:spChg>
      </pc:sldChg>
      <pc:sldChg chg="addSp delSp modSp new mod modShow">
        <pc:chgData name="KAASIK-AASLAV, Kaja" userId="ae59534f-ec9f-404e-904a-f07cec1c281d" providerId="ADAL" clId="{D842315B-C4E2-4A0E-B6C9-4EEF086577E7}" dt="2025-10-16T12:08:26.609" v="907" actId="1076"/>
        <pc:sldMkLst>
          <pc:docMk/>
          <pc:sldMk cId="4186395906" sldId="1695"/>
        </pc:sldMkLst>
        <pc:spChg chg="mod">
          <ac:chgData name="KAASIK-AASLAV, Kaja" userId="ae59534f-ec9f-404e-904a-f07cec1c281d" providerId="ADAL" clId="{D842315B-C4E2-4A0E-B6C9-4EEF086577E7}" dt="2025-09-26T09:15:11.967" v="1"/>
          <ac:spMkLst>
            <pc:docMk/>
            <pc:sldMk cId="4186395906" sldId="1695"/>
            <ac:spMk id="4" creationId="{240AD5C5-3083-97FD-51A2-1B385ED982F3}"/>
          </ac:spMkLst>
        </pc:spChg>
        <pc:spChg chg="add del mod">
          <ac:chgData name="KAASIK-AASLAV, Kaja" userId="ae59534f-ec9f-404e-904a-f07cec1c281d" providerId="ADAL" clId="{D842315B-C4E2-4A0E-B6C9-4EEF086577E7}" dt="2025-10-14T10:06:48.971" v="626" actId="22"/>
          <ac:spMkLst>
            <pc:docMk/>
            <pc:sldMk cId="4186395906" sldId="1695"/>
            <ac:spMk id="5" creationId="{D00912E7-E713-2923-F033-A8253A50892C}"/>
          </ac:spMkLst>
        </pc:spChg>
        <pc:spChg chg="add del mod">
          <ac:chgData name="KAASIK-AASLAV, Kaja" userId="ae59534f-ec9f-404e-904a-f07cec1c281d" providerId="ADAL" clId="{D842315B-C4E2-4A0E-B6C9-4EEF086577E7}" dt="2025-10-16T12:07:23.448" v="904" actId="478"/>
          <ac:spMkLst>
            <pc:docMk/>
            <pc:sldMk cId="4186395906" sldId="1695"/>
            <ac:spMk id="7" creationId="{84C0353C-2E1E-AB21-E5DE-940528E48BA4}"/>
          </ac:spMkLst>
        </pc:spChg>
        <pc:picChg chg="add del mod">
          <ac:chgData name="KAASIK-AASLAV, Kaja" userId="ae59534f-ec9f-404e-904a-f07cec1c281d" providerId="ADAL" clId="{D842315B-C4E2-4A0E-B6C9-4EEF086577E7}" dt="2025-10-16T12:07:31.507" v="905" actId="478"/>
          <ac:picMkLst>
            <pc:docMk/>
            <pc:sldMk cId="4186395906" sldId="1695"/>
            <ac:picMk id="5" creationId="{7626FFD5-2F74-DB84-8522-04D952C5DAE9}"/>
          </ac:picMkLst>
        </pc:picChg>
        <pc:picChg chg="add del mod ord">
          <ac:chgData name="KAASIK-AASLAV, Kaja" userId="ae59534f-ec9f-404e-904a-f07cec1c281d" providerId="ADAL" clId="{D842315B-C4E2-4A0E-B6C9-4EEF086577E7}" dt="2025-10-06T12:42:27.198" v="339" actId="478"/>
          <ac:picMkLst>
            <pc:docMk/>
            <pc:sldMk cId="4186395906" sldId="1695"/>
            <ac:picMk id="6" creationId="{1525DD50-45C5-BD2C-7958-9B36D019BB62}"/>
          </ac:picMkLst>
        </pc:picChg>
        <pc:picChg chg="add del mod ord modCrop">
          <ac:chgData name="KAASIK-AASLAV, Kaja" userId="ae59534f-ec9f-404e-904a-f07cec1c281d" providerId="ADAL" clId="{D842315B-C4E2-4A0E-B6C9-4EEF086577E7}" dt="2025-10-16T12:07:07.311" v="900" actId="478"/>
          <ac:picMkLst>
            <pc:docMk/>
            <pc:sldMk cId="4186395906" sldId="1695"/>
            <ac:picMk id="6" creationId="{BD4D049F-AAA2-BF70-34A5-8B7544DCEC66}"/>
          </ac:picMkLst>
        </pc:picChg>
        <pc:picChg chg="add del mod modCrop">
          <ac:chgData name="KAASIK-AASLAV, Kaja" userId="ae59534f-ec9f-404e-904a-f07cec1c281d" providerId="ADAL" clId="{D842315B-C4E2-4A0E-B6C9-4EEF086577E7}" dt="2025-10-14T10:06:46.177" v="625" actId="478"/>
          <ac:picMkLst>
            <pc:docMk/>
            <pc:sldMk cId="4186395906" sldId="1695"/>
            <ac:picMk id="8" creationId="{B07A5097-9543-F0EA-975D-29ECA35C0CE4}"/>
          </ac:picMkLst>
        </pc:picChg>
        <pc:picChg chg="add mod">
          <ac:chgData name="KAASIK-AASLAV, Kaja" userId="ae59534f-ec9f-404e-904a-f07cec1c281d" providerId="ADAL" clId="{D842315B-C4E2-4A0E-B6C9-4EEF086577E7}" dt="2025-10-16T12:07:15.457" v="903" actId="14100"/>
          <ac:picMkLst>
            <pc:docMk/>
            <pc:sldMk cId="4186395906" sldId="1695"/>
            <ac:picMk id="9" creationId="{025C2684-9F35-22C8-3475-F6D862DD31B9}"/>
          </ac:picMkLst>
        </pc:picChg>
        <pc:picChg chg="add del mod">
          <ac:chgData name="KAASIK-AASLAV, Kaja" userId="ae59534f-ec9f-404e-904a-f07cec1c281d" providerId="ADAL" clId="{D842315B-C4E2-4A0E-B6C9-4EEF086577E7}" dt="2025-10-14T13:57:07.800" v="705" actId="478"/>
          <ac:picMkLst>
            <pc:docMk/>
            <pc:sldMk cId="4186395906" sldId="1695"/>
            <ac:picMk id="9" creationId="{6ECE9EAB-2072-C372-6F7B-E509D293E226}"/>
          </ac:picMkLst>
        </pc:picChg>
        <pc:picChg chg="add del mod">
          <ac:chgData name="KAASIK-AASLAV, Kaja" userId="ae59534f-ec9f-404e-904a-f07cec1c281d" providerId="ADAL" clId="{D842315B-C4E2-4A0E-B6C9-4EEF086577E7}" dt="2025-10-14T10:07:26.588" v="632" actId="478"/>
          <ac:picMkLst>
            <pc:docMk/>
            <pc:sldMk cId="4186395906" sldId="1695"/>
            <ac:picMk id="10" creationId="{D8C19512-F905-B8A3-10D6-757622C45313}"/>
          </ac:picMkLst>
        </pc:picChg>
        <pc:picChg chg="add mod">
          <ac:chgData name="KAASIK-AASLAV, Kaja" userId="ae59534f-ec9f-404e-904a-f07cec1c281d" providerId="ADAL" clId="{D842315B-C4E2-4A0E-B6C9-4EEF086577E7}" dt="2025-10-16T12:08:26.609" v="907" actId="1076"/>
          <ac:picMkLst>
            <pc:docMk/>
            <pc:sldMk cId="4186395906" sldId="1695"/>
            <ac:picMk id="11" creationId="{12874C9A-456C-FAB3-6232-572029F8215A}"/>
          </ac:picMkLst>
        </pc:picChg>
      </pc:sldChg>
      <pc:sldMasterChg chg="addSp delSp modSp mod modSldLayout">
        <pc:chgData name="KAASIK-AASLAV, Kaja" userId="ae59534f-ec9f-404e-904a-f07cec1c281d" providerId="ADAL" clId="{D842315B-C4E2-4A0E-B6C9-4EEF086577E7}" dt="2025-10-16T11:42:49.553" v="873" actId="478"/>
        <pc:sldMasterMkLst>
          <pc:docMk/>
          <pc:sldMasterMk cId="2121286236" sldId="2147483660"/>
        </pc:sldMasterMkLst>
        <pc:spChg chg="add del mod">
          <ac:chgData name="KAASIK-AASLAV, Kaja" userId="ae59534f-ec9f-404e-904a-f07cec1c281d" providerId="ADAL" clId="{D842315B-C4E2-4A0E-B6C9-4EEF086577E7}" dt="2025-10-16T11:23:23.612" v="761" actId="478"/>
          <ac:spMkLst>
            <pc:docMk/>
            <pc:sldMasterMk cId="2121286236" sldId="2147483660"/>
            <ac:spMk id="5" creationId="{1F909284-008F-FCB2-44E9-0DFADAD8BC54}"/>
          </ac:spMkLst>
        </pc:spChg>
        <pc:spChg chg="add del mod">
          <ac:chgData name="KAASIK-AASLAV, Kaja" userId="ae59534f-ec9f-404e-904a-f07cec1c281d" providerId="ADAL" clId="{D842315B-C4E2-4A0E-B6C9-4EEF086577E7}" dt="2025-10-16T11:29:32.113" v="792" actId="478"/>
          <ac:spMkLst>
            <pc:docMk/>
            <pc:sldMasterMk cId="2121286236" sldId="2147483660"/>
            <ac:spMk id="8" creationId="{9FF69B50-097D-B805-D7DD-42E8242B62E1}"/>
          </ac:spMkLst>
        </pc:spChg>
        <pc:spChg chg="add del mod">
          <ac:chgData name="KAASIK-AASLAV, Kaja" userId="ae59534f-ec9f-404e-904a-f07cec1c281d" providerId="ADAL" clId="{D842315B-C4E2-4A0E-B6C9-4EEF086577E7}" dt="2025-10-16T11:25:00.627" v="772" actId="478"/>
          <ac:spMkLst>
            <pc:docMk/>
            <pc:sldMasterMk cId="2121286236" sldId="2147483660"/>
            <ac:spMk id="14" creationId="{A7082948-66C5-2E87-6B55-175530B97AE8}"/>
          </ac:spMkLst>
        </pc:spChg>
        <pc:spChg chg="add del mod">
          <ac:chgData name="KAASIK-AASLAV, Kaja" userId="ae59534f-ec9f-404e-904a-f07cec1c281d" providerId="ADAL" clId="{D842315B-C4E2-4A0E-B6C9-4EEF086577E7}" dt="2025-10-16T11:29:16.358" v="784" actId="478"/>
          <ac:spMkLst>
            <pc:docMk/>
            <pc:sldMasterMk cId="2121286236" sldId="2147483660"/>
            <ac:spMk id="19" creationId="{8B2D88A0-17F5-6FB4-F3E3-B1453713F57F}"/>
          </ac:spMkLst>
        </pc:spChg>
        <pc:spChg chg="add del mod">
          <ac:chgData name="KAASIK-AASLAV, Kaja" userId="ae59534f-ec9f-404e-904a-f07cec1c281d" providerId="ADAL" clId="{D842315B-C4E2-4A0E-B6C9-4EEF086577E7}" dt="2025-10-16T11:39:57.244" v="860" actId="21"/>
          <ac:spMkLst>
            <pc:docMk/>
            <pc:sldMasterMk cId="2121286236" sldId="2147483660"/>
            <ac:spMk id="20" creationId="{C283BE44-0E95-F5C0-7BD9-61B7233218BC}"/>
          </ac:spMkLst>
        </pc:spChg>
        <pc:picChg chg="mod ord">
          <ac:chgData name="KAASIK-AASLAV, Kaja" userId="ae59534f-ec9f-404e-904a-f07cec1c281d" providerId="ADAL" clId="{D842315B-C4E2-4A0E-B6C9-4EEF086577E7}" dt="2025-10-16T11:37:58.467" v="856" actId="1076"/>
          <ac:picMkLst>
            <pc:docMk/>
            <pc:sldMasterMk cId="2121286236" sldId="2147483660"/>
            <ac:picMk id="4" creationId="{4A2F782E-36A4-707A-F29B-7B736222CBCA}"/>
          </ac:picMkLst>
        </pc:picChg>
        <pc:sldLayoutChg chg="addSp delSp modSp mod">
          <pc:chgData name="KAASIK-AASLAV, Kaja" userId="ae59534f-ec9f-404e-904a-f07cec1c281d" providerId="ADAL" clId="{D842315B-C4E2-4A0E-B6C9-4EEF086577E7}" dt="2025-10-16T11:42:49.553" v="873" actId="478"/>
          <pc:sldLayoutMkLst>
            <pc:docMk/>
            <pc:sldMasterMk cId="2121286236" sldId="2147483660"/>
            <pc:sldLayoutMk cId="4112427130" sldId="2147483662"/>
          </pc:sldLayoutMkLst>
          <pc:spChg chg="add del mod">
            <ac:chgData name="KAASIK-AASLAV, Kaja" userId="ae59534f-ec9f-404e-904a-f07cec1c281d" providerId="ADAL" clId="{D842315B-C4E2-4A0E-B6C9-4EEF086577E7}" dt="2025-10-16T11:42:49.553" v="873" actId="478"/>
            <ac:spMkLst>
              <pc:docMk/>
              <pc:sldMasterMk cId="2121286236" sldId="2147483660"/>
              <pc:sldLayoutMk cId="4112427130" sldId="2147483662"/>
              <ac:spMk id="2" creationId="{59767156-5CE5-A74D-53D1-D3E54D7439C0}"/>
            </ac:spMkLst>
          </pc:spChg>
        </pc:sldLayoutChg>
        <pc:sldLayoutChg chg="addSp modSp mod">
          <pc:chgData name="KAASIK-AASLAV, Kaja" userId="ae59534f-ec9f-404e-904a-f07cec1c281d" providerId="ADAL" clId="{D842315B-C4E2-4A0E-B6C9-4EEF086577E7}" dt="2025-10-16T11:41:31.989" v="868" actId="1076"/>
          <pc:sldLayoutMkLst>
            <pc:docMk/>
            <pc:sldMasterMk cId="2121286236" sldId="2147483660"/>
            <pc:sldLayoutMk cId="1954247218" sldId="2147483673"/>
          </pc:sldLayoutMkLst>
          <pc:spChg chg="add mod">
            <ac:chgData name="KAASIK-AASLAV, Kaja" userId="ae59534f-ec9f-404e-904a-f07cec1c281d" providerId="ADAL" clId="{D842315B-C4E2-4A0E-B6C9-4EEF086577E7}" dt="2025-10-16T11:41:31.989" v="868" actId="1076"/>
            <ac:spMkLst>
              <pc:docMk/>
              <pc:sldMasterMk cId="2121286236" sldId="2147483660"/>
              <pc:sldLayoutMk cId="1954247218" sldId="2147483673"/>
              <ac:spMk id="2" creationId="{6049B264-76DB-CBA3-6DA3-2F220A21D78B}"/>
            </ac:spMkLst>
          </pc:spChg>
        </pc:sldLayoutChg>
        <pc:sldLayoutChg chg="addSp modSp mod">
          <pc:chgData name="KAASIK-AASLAV, Kaja" userId="ae59534f-ec9f-404e-904a-f07cec1c281d" providerId="ADAL" clId="{D842315B-C4E2-4A0E-B6C9-4EEF086577E7}" dt="2025-10-16T11:42:11.539" v="872" actId="1076"/>
          <pc:sldLayoutMkLst>
            <pc:docMk/>
            <pc:sldMasterMk cId="2121286236" sldId="2147483660"/>
            <pc:sldLayoutMk cId="3037613738" sldId="2147483675"/>
          </pc:sldLayoutMkLst>
          <pc:spChg chg="add mod">
            <ac:chgData name="KAASIK-AASLAV, Kaja" userId="ae59534f-ec9f-404e-904a-f07cec1c281d" providerId="ADAL" clId="{D842315B-C4E2-4A0E-B6C9-4EEF086577E7}" dt="2025-10-16T11:42:11.539" v="872" actId="1076"/>
            <ac:spMkLst>
              <pc:docMk/>
              <pc:sldMasterMk cId="2121286236" sldId="2147483660"/>
              <pc:sldLayoutMk cId="3037613738" sldId="2147483675"/>
              <ac:spMk id="2" creationId="{42EF08EA-59C8-CAC8-39B9-AB239E912DBF}"/>
            </ac:spMkLst>
          </pc:spChg>
          <pc:spChg chg="mod">
            <ac:chgData name="KAASIK-AASLAV, Kaja" userId="ae59534f-ec9f-404e-904a-f07cec1c281d" providerId="ADAL" clId="{D842315B-C4E2-4A0E-B6C9-4EEF086577E7}" dt="2025-10-16T11:37:45.451" v="855" actId="1076"/>
            <ac:spMkLst>
              <pc:docMk/>
              <pc:sldMasterMk cId="2121286236" sldId="2147483660"/>
              <pc:sldLayoutMk cId="3037613738" sldId="2147483675"/>
              <ac:spMk id="4" creationId="{00000000-0000-0000-0000-000000000000}"/>
            </ac:spMkLst>
          </pc:spChg>
          <pc:spChg chg="mod">
            <ac:chgData name="KAASIK-AASLAV, Kaja" userId="ae59534f-ec9f-404e-904a-f07cec1c281d" providerId="ADAL" clId="{D842315B-C4E2-4A0E-B6C9-4EEF086577E7}" dt="2025-10-16T11:37:25.749" v="853" actId="1036"/>
            <ac:spMkLst>
              <pc:docMk/>
              <pc:sldMasterMk cId="2121286236" sldId="2147483660"/>
              <pc:sldLayoutMk cId="3037613738" sldId="2147483675"/>
              <ac:spMk id="7" creationId="{EDAC0E46-F1A5-4422-A5E2-124A22C145CD}"/>
            </ac:spMkLst>
          </pc:spChg>
        </pc:sldLayoutChg>
        <pc:sldLayoutChg chg="modSp mod">
          <pc:chgData name="KAASIK-AASLAV, Kaja" userId="ae59534f-ec9f-404e-904a-f07cec1c281d" providerId="ADAL" clId="{D842315B-C4E2-4A0E-B6C9-4EEF086577E7}" dt="2025-10-16T11:38:12.167" v="857" actId="1076"/>
          <pc:sldLayoutMkLst>
            <pc:docMk/>
            <pc:sldMasterMk cId="2121286236" sldId="2147483660"/>
            <pc:sldLayoutMk cId="2441131338" sldId="2147483676"/>
          </pc:sldLayoutMkLst>
          <pc:spChg chg="mod">
            <ac:chgData name="KAASIK-AASLAV, Kaja" userId="ae59534f-ec9f-404e-904a-f07cec1c281d" providerId="ADAL" clId="{D842315B-C4E2-4A0E-B6C9-4EEF086577E7}" dt="2025-10-16T11:38:12.167" v="857" actId="1076"/>
            <ac:spMkLst>
              <pc:docMk/>
              <pc:sldMasterMk cId="2121286236" sldId="2147483660"/>
              <pc:sldLayoutMk cId="2441131338" sldId="2147483676"/>
              <ac:spMk id="4" creationId="{00000000-0000-0000-0000-000000000000}"/>
            </ac:spMkLst>
          </pc:spChg>
        </pc:sldLayoutChg>
      </pc:sldMasterChg>
    </pc:docChg>
  </pc:docChgLst>
  <pc:docChgLst>
    <pc:chgData name="HAMBLION, Esther" userId="8109b22d-f61d-402d-bbc3-72293e5733fd" providerId="ADAL" clId="{9B57F8E0-A4A7-4F33-8BEF-F3C270E5E71D}"/>
    <pc:docChg chg="modSld">
      <pc:chgData name="HAMBLION, Esther" userId="8109b22d-f61d-402d-bbc3-72293e5733fd" providerId="ADAL" clId="{9B57F8E0-A4A7-4F33-8BEF-F3C270E5E71D}" dt="2025-10-16T12:15:04.926" v="31" actId="20577"/>
      <pc:docMkLst>
        <pc:docMk/>
      </pc:docMkLst>
      <pc:sldChg chg="modSp mod">
        <pc:chgData name="HAMBLION, Esther" userId="8109b22d-f61d-402d-bbc3-72293e5733fd" providerId="ADAL" clId="{9B57F8E0-A4A7-4F33-8BEF-F3C270E5E71D}" dt="2025-10-16T12:15:04.926" v="31" actId="20577"/>
        <pc:sldMkLst>
          <pc:docMk/>
          <pc:sldMk cId="0" sldId="1693"/>
        </pc:sldMkLst>
        <pc:spChg chg="mod">
          <ac:chgData name="HAMBLION, Esther" userId="8109b22d-f61d-402d-bbc3-72293e5733fd" providerId="ADAL" clId="{9B57F8E0-A4A7-4F33-8BEF-F3C270E5E71D}" dt="2025-10-16T12:15:04.926" v="31" actId="20577"/>
          <ac:spMkLst>
            <pc:docMk/>
            <pc:sldMk cId="0" sldId="1693"/>
            <ac:spMk id="4" creationId="{5D35BD7D-4A30-BB27-7B56-4527A0532E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658D3-4880-405C-9625-3D8D1B8E7BAF}"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A5381-FB79-4176-9866-E10AE825217B}" type="slidenum">
              <a:rPr lang="en-US" smtClean="0"/>
              <a:t>‹#›</a:t>
            </a:fld>
            <a:endParaRPr lang="en-US"/>
          </a:p>
        </p:txBody>
      </p:sp>
    </p:spTree>
    <p:extLst>
      <p:ext uri="{BB962C8B-B14F-4D97-AF65-F5344CB8AC3E}">
        <p14:creationId xmlns:p14="http://schemas.microsoft.com/office/powerpoint/2010/main" val="169425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83F63A-D927-FEDB-46A7-00B49B707F9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306267"/>
            <a:ext cx="12192000" cy="3962400"/>
          </a:xfrm>
          <a:prstGeom prst="rect">
            <a:avLst/>
          </a:prstGeom>
        </p:spPr>
      </p:pic>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83024" y="306297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pic>
        <p:nvPicPr>
          <p:cNvPr id="3" name="Picture 2">
            <a:extLst>
              <a:ext uri="{FF2B5EF4-FFF2-40B4-BE49-F238E27FC236}">
                <a16:creationId xmlns:a16="http://schemas.microsoft.com/office/drawing/2014/main" id="{5A1F4DD4-D91B-58FD-E74E-D15A8967EF3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609600" y="3031497"/>
            <a:ext cx="8241792" cy="1143000"/>
          </a:xfrm>
          <a:prstGeom prst="rect">
            <a:avLst/>
          </a:prstGeom>
        </p:spPr>
      </p:pic>
    </p:spTree>
    <p:extLst>
      <p:ext uri="{BB962C8B-B14F-4D97-AF65-F5344CB8AC3E}">
        <p14:creationId xmlns:p14="http://schemas.microsoft.com/office/powerpoint/2010/main" val="619995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1242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TextBox 1">
            <a:extLst>
              <a:ext uri="{FF2B5EF4-FFF2-40B4-BE49-F238E27FC236}">
                <a16:creationId xmlns:a16="http://schemas.microsoft.com/office/drawing/2014/main" id="{6049B264-76DB-CBA3-6DA3-2F220A21D78B}"/>
              </a:ext>
            </a:extLst>
          </p:cNvPr>
          <p:cNvSpPr txBox="1"/>
          <p:nvPr userDrawn="1"/>
        </p:nvSpPr>
        <p:spPr>
          <a:xfrm rot="19237509">
            <a:off x="2723947" y="3221739"/>
            <a:ext cx="7976381" cy="1600438"/>
          </a:xfrm>
          <a:prstGeom prst="rect">
            <a:avLst/>
          </a:prstGeom>
          <a:noFill/>
        </p:spPr>
        <p:txBody>
          <a:bodyPr wrap="square" rtlCol="0">
            <a:spAutoFit/>
          </a:bodyPr>
          <a:lstStyle/>
          <a:p>
            <a:pPr algn="ctr"/>
            <a:r>
              <a:rPr lang="en-US" sz="6600" dirty="0">
                <a:solidFill>
                  <a:schemeClr val="accent1">
                    <a:lumMod val="20000"/>
                    <a:lumOff val="80000"/>
                  </a:schemeClr>
                </a:solidFill>
              </a:rPr>
              <a:t>CONFIDENTIAL </a:t>
            </a:r>
          </a:p>
          <a:p>
            <a:pPr algn="ctr"/>
            <a:r>
              <a:rPr lang="en-US" sz="3200" dirty="0">
                <a:solidFill>
                  <a:schemeClr val="accent1">
                    <a:lumMod val="20000"/>
                    <a:lumOff val="80000"/>
                  </a:schemeClr>
                </a:solidFill>
              </a:rPr>
              <a:t>WHO EOP PHI</a:t>
            </a:r>
          </a:p>
        </p:txBody>
      </p:sp>
    </p:spTree>
    <p:custDataLst>
      <p:tags r:id="rId1"/>
    </p:custDataLst>
    <p:extLst>
      <p:ext uri="{BB962C8B-B14F-4D97-AF65-F5344CB8AC3E}">
        <p14:creationId xmlns:p14="http://schemas.microsoft.com/office/powerpoint/2010/main" val="195424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737600" y="227186"/>
            <a:ext cx="2844800" cy="365125"/>
          </a:xfrm>
          <a:prstGeom prst="rect">
            <a:avLst/>
          </a:prstGeom>
        </p:spPr>
        <p:txBody>
          <a:bodyPr/>
          <a:lstStyle/>
          <a:p>
            <a:fld id="{A2811E2C-04DE-4A46-9DBA-B7D0553EFCE2}" type="datetime1">
              <a:rPr lang="en-US" smtClean="0"/>
              <a:t>10/16/2025</a:t>
            </a:fld>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44113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125157" y="1108273"/>
            <a:ext cx="2844800" cy="365125"/>
          </a:xfrm>
          <a:prstGeom prst="rect">
            <a:avLst/>
          </a:prstGeom>
        </p:spPr>
        <p:txBody>
          <a:bodyPr/>
          <a:lstStyle/>
          <a:p>
            <a:fld id="{593788E6-9A74-4943-A0AF-90283E3D6202}"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47836"/>
            <a:ext cx="10972800" cy="1143000"/>
          </a:xfrm>
        </p:spPr>
        <p:txBody>
          <a:bodyPr/>
          <a:lstStyle/>
          <a:p>
            <a:r>
              <a:rPr lang="en-US" dirty="0"/>
              <a:t>Click to edit Master title style</a:t>
            </a:r>
            <a:endParaRPr lang="en-FI" dirty="0"/>
          </a:p>
        </p:txBody>
      </p:sp>
      <p:sp>
        <p:nvSpPr>
          <p:cNvPr id="2" name="TextBox 1">
            <a:extLst>
              <a:ext uri="{FF2B5EF4-FFF2-40B4-BE49-F238E27FC236}">
                <a16:creationId xmlns:a16="http://schemas.microsoft.com/office/drawing/2014/main" id="{42EF08EA-59C8-CAC8-39B9-AB239E912DBF}"/>
              </a:ext>
            </a:extLst>
          </p:cNvPr>
          <p:cNvSpPr txBox="1"/>
          <p:nvPr userDrawn="1"/>
        </p:nvSpPr>
        <p:spPr>
          <a:xfrm rot="19905663">
            <a:off x="4421786" y="3154560"/>
            <a:ext cx="7976381" cy="1600438"/>
          </a:xfrm>
          <a:prstGeom prst="rect">
            <a:avLst/>
          </a:prstGeom>
          <a:noFill/>
        </p:spPr>
        <p:txBody>
          <a:bodyPr wrap="square" rtlCol="0">
            <a:spAutoFit/>
          </a:bodyPr>
          <a:lstStyle/>
          <a:p>
            <a:pPr algn="ctr"/>
            <a:r>
              <a:rPr lang="en-US" sz="6600" dirty="0">
                <a:solidFill>
                  <a:schemeClr val="accent1">
                    <a:lumMod val="20000"/>
                    <a:lumOff val="80000"/>
                  </a:schemeClr>
                </a:solidFill>
              </a:rPr>
              <a:t>CONFIDENTIAL </a:t>
            </a:r>
          </a:p>
          <a:p>
            <a:pPr algn="ctr"/>
            <a:r>
              <a:rPr lang="en-US" sz="3200" dirty="0">
                <a:solidFill>
                  <a:schemeClr val="accent1">
                    <a:lumMod val="20000"/>
                    <a:lumOff val="80000"/>
                  </a:schemeClr>
                </a:solidFill>
              </a:rPr>
              <a:t>WHO EOP PHI</a:t>
            </a:r>
          </a:p>
        </p:txBody>
      </p:sp>
    </p:spTree>
    <p:custDataLst>
      <p:tags r:id="rId1"/>
    </p:custDataLst>
    <p:extLst>
      <p:ext uri="{BB962C8B-B14F-4D97-AF65-F5344CB8AC3E}">
        <p14:creationId xmlns:p14="http://schemas.microsoft.com/office/powerpoint/2010/main" val="303761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2526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63705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4958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91077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10/16/2025</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78430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10/16/2025</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0565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10/16/2025</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773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01217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39241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048687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10/16/2025</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176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10/16/2025</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569103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10/16/2025</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27261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10/16/2025</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605952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10/16/2025</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2332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8296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872769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259796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412593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10/16/2025</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1034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1E7F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10/16/2025</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4" name="Picture 3">
            <a:extLst>
              <a:ext uri="{FF2B5EF4-FFF2-40B4-BE49-F238E27FC236}">
                <a16:creationId xmlns:a16="http://schemas.microsoft.com/office/drawing/2014/main" id="{4A2F782E-36A4-707A-F29B-7B736222CBCA}"/>
              </a:ext>
            </a:extLst>
          </p:cNvPr>
          <p:cNvPicPr>
            <a:picLocks noChangeAspect="1"/>
          </p:cNvPicPr>
          <p:nvPr userDrawn="1"/>
        </p:nvPicPr>
        <p:blipFill rotWithShape="1">
          <a:blip r:embed="rId28"/>
          <a:srcRect l="78846" b="55168"/>
          <a:stretch/>
        </p:blipFill>
        <p:spPr>
          <a:xfrm>
            <a:off x="8726227" y="-45243"/>
            <a:ext cx="3465773" cy="639761"/>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9">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Tree>
    <p:extLst>
      <p:ext uri="{BB962C8B-B14F-4D97-AF65-F5344CB8AC3E}">
        <p14:creationId xmlns:p14="http://schemas.microsoft.com/office/powerpoint/2010/main" val="2121286236"/>
      </p:ext>
    </p:extLst>
  </p:cSld>
  <p:clrMap bg1="lt1" tx1="dk1" bg2="lt2" tx2="dk2" accent1="accent1" accent2="accent2" accent3="accent3" accent4="accent4" accent5="accent5" accent6="accent6" hlink="hlink" folHlink="folHlink"/>
  <p:sldLayoutIdLst>
    <p:sldLayoutId id="2147483690" r:id="rId1"/>
    <p:sldLayoutId id="2147483662" r:id="rId2"/>
    <p:sldLayoutId id="2147483673" r:id="rId3"/>
    <p:sldLayoutId id="2147483676" r:id="rId4"/>
    <p:sldLayoutId id="2147483675" r:id="rId5"/>
    <p:sldLayoutId id="2147483663" r:id="rId6"/>
    <p:sldLayoutId id="2147483664" r:id="rId7"/>
    <p:sldLayoutId id="2147483674" r:id="rId8"/>
    <p:sldLayoutId id="2147483677" r:id="rId9"/>
    <p:sldLayoutId id="2147483665" r:id="rId10"/>
    <p:sldLayoutId id="2147483666" r:id="rId11"/>
    <p:sldLayoutId id="2147483667" r:id="rId12"/>
    <p:sldLayoutId id="2147483668" r:id="rId13"/>
    <p:sldLayoutId id="2147483669" r:id="rId14"/>
    <p:sldLayoutId id="2147483670" r:id="rId15"/>
    <p:sldLayoutId id="2147483671" r:id="rId16"/>
    <p:sldLayoutId id="2147483678" r:id="rId17"/>
    <p:sldLayoutId id="2147483679" r:id="rId18"/>
    <p:sldLayoutId id="2147483684" r:id="rId19"/>
    <p:sldLayoutId id="2147483680" r:id="rId20"/>
    <p:sldLayoutId id="2147483681" r:id="rId21"/>
    <p:sldLayoutId id="2147483682" r:id="rId22"/>
    <p:sldLayoutId id="2147483687" r:id="rId23"/>
    <p:sldLayoutId id="2147483686" r:id="rId24"/>
    <p:sldLayoutId id="2147483688"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ems.who.int/Event/eventSummary.aspx?eid=2025-E000362"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36738"/>
            <a:ext cx="10972800" cy="1143000"/>
          </a:xfrm>
        </p:spPr>
        <p:txBody>
          <a:bodyPr/>
          <a:lstStyle/>
          <a:p>
            <a:r>
              <a:t>WHE Daily Signals and Events</a:t>
            </a:r>
          </a:p>
        </p:txBody>
      </p:sp>
      <p:sp>
        <p:nvSpPr>
          <p:cNvPr id="3" name="Picture 2"/>
          <p:cNvSpPr>
            <a:spLocks noGrp="1"/>
          </p:cNvSpPr>
          <p:nvPr>
            <p:ph/>
          </p:nvPr>
        </p:nvSpPr>
        <p:spPr>
          <a:xfrm>
            <a:off x="609600" y="3031497"/>
            <a:ext cx="8241792" cy="1143000"/>
          </a:xfrm>
        </p:spPr>
        <p:txBody>
          <a:bodyPr/>
          <a:lstStyle/>
          <a:p>
            <a:r>
              <a:t>26 September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GB" dirty="0"/>
              <a:t>Preface</a:t>
            </a:r>
            <a:endParaRPr lang="en-US" dirty="0"/>
          </a:p>
        </p:txBody>
      </p:sp>
      <p:sp>
        <p:nvSpPr>
          <p:cNvPr id="3"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384543"/>
            <a:ext cx="10972800" cy="4525963"/>
          </a:xfrm>
        </p:spPr>
        <p:txBody>
          <a:bodyPr vert="horz" lIns="91440" tIns="45720" rIns="91440" bIns="45720" rtlCol="0" anchor="t">
            <a:normAutofit/>
          </a:bodyPr>
          <a:lstStyle/>
          <a:p>
            <a:r>
              <a:rPr lang="en-US" sz="2200" dirty="0">
                <a:latin typeface="Segoe Condensed"/>
              </a:rPr>
              <a:t>The following slides are not final and are produced solely for the purposes of informing operations. All information in this slide deck should be treated as confidential and provisional, and </a:t>
            </a:r>
            <a:r>
              <a:rPr lang="en-US" sz="2200" b="1" dirty="0">
                <a:latin typeface="Segoe Condensed"/>
              </a:rPr>
              <a:t>should not be shared or used for any outward facing products</a:t>
            </a:r>
            <a:r>
              <a:rPr lang="en-US" sz="2200" dirty="0">
                <a:latin typeface="Segoe Condensed"/>
              </a:rPr>
              <a:t>.</a:t>
            </a:r>
          </a:p>
          <a:p>
            <a:r>
              <a:rPr lang="en-US" sz="2200" dirty="0">
                <a:latin typeface="Segoe Condensed"/>
              </a:rPr>
              <a:t>Caution must be taken when interpreting all data presented. Differences between information products published by WHO, national public health authorities, and other sources using different inclusion criteria and different data cut-off times are to be expected. While steps are taken to ensure accuracy and reliability, all data are subject to continuous verification and change. Counts are subject to variations in case detection, definitions, laboratory testing, and reporting strategies and capacities between countries, states and territories.​</a:t>
            </a:r>
          </a:p>
          <a:p>
            <a:r>
              <a:rPr lang="en-GB" sz="2200" dirty="0">
                <a:latin typeface="Segoe Condensed"/>
              </a:rPr>
              <a:t>The signals and/or events presented here may not be recorded in EMS or on the emergency dashboard.</a:t>
            </a:r>
          </a:p>
        </p:txBody>
      </p:sp>
      <p:sp>
        <p:nvSpPr>
          <p:cNvPr id="4"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2</a:t>
            </a:fld>
            <a:endParaRPr lang="en-US"/>
          </a:p>
        </p:txBody>
      </p:sp>
    </p:spTree>
    <p:extLst>
      <p:ext uri="{BB962C8B-B14F-4D97-AF65-F5344CB8AC3E}">
        <p14:creationId xmlns:p14="http://schemas.microsoft.com/office/powerpoint/2010/main" val="3845765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878-C8E5-4FF4-B70A-5717E35795E8}"/>
              </a:ext>
            </a:extLst>
          </p:cNvPr>
          <p:cNvSpPr>
            <a:spLocks noGrp="1"/>
          </p:cNvSpPr>
          <p:nvPr>
            <p:ph type="title"/>
          </p:nvPr>
        </p:nvSpPr>
        <p:spPr/>
        <p:txBody>
          <a:bodyPr>
            <a:normAutofit/>
          </a:bodyPr>
          <a:lstStyle/>
          <a:p>
            <a:r>
              <a:rPr lang="en-GB" sz="2800">
                <a:latin typeface="Segoe Condensed"/>
              </a:rPr>
              <a:t>Detection, verification, risk assessment, communication and response process</a:t>
            </a:r>
            <a:endParaRPr lang="en-US" sz="2800"/>
          </a:p>
        </p:txBody>
      </p:sp>
      <p:pic>
        <p:nvPicPr>
          <p:cNvPr id="3" name="Content Placeholder 7">
            <a:extLst>
              <a:ext uri="{FF2B5EF4-FFF2-40B4-BE49-F238E27FC236}">
                <a16:creationId xmlns:a16="http://schemas.microsoft.com/office/drawing/2014/main" id="{033D863D-6444-4ECB-AE0C-42B92516DC34}"/>
              </a:ext>
            </a:extLst>
          </p:cNvPr>
          <p:cNvPicPr>
            <a:picLocks noGrp="1" noChangeAspect="1"/>
          </p:cNvPicPr>
          <p:nvPr>
            <p:ph idx="1"/>
          </p:nvPr>
        </p:nvPicPr>
        <p:blipFill>
          <a:blip r:embed="rId2"/>
          <a:stretch>
            <a:fillRect/>
          </a:stretch>
        </p:blipFill>
        <p:spPr>
          <a:xfrm>
            <a:off x="2964196" y="1422107"/>
            <a:ext cx="6640679" cy="4525963"/>
          </a:xfrm>
        </p:spPr>
      </p:pic>
      <p:sp>
        <p:nvSpPr>
          <p:cNvPr id="4" name="Slide Number Placeholder 8">
            <a:extLst>
              <a:ext uri="{FF2B5EF4-FFF2-40B4-BE49-F238E27FC236}">
                <a16:creationId xmlns:a16="http://schemas.microsoft.com/office/drawing/2014/main" id="{3F415774-0DEE-48C3-BFB1-708BC8B200DA}"/>
              </a:ext>
            </a:extLst>
          </p:cNvPr>
          <p:cNvSpPr>
            <a:spLocks noGrp="1"/>
          </p:cNvSpPr>
          <p:nvPr>
            <p:ph type="sldNum" sz="quarter" idx="12"/>
          </p:nvPr>
        </p:nvSpPr>
        <p:spPr/>
        <p:txBody>
          <a:bodyPr/>
          <a:lstStyle/>
          <a:p>
            <a:fld id="{C5EF2332-01BF-834F-8236-50238282D533}" type="slidenum">
              <a:rPr lang="en-US" smtClean="0"/>
              <a:t>3</a:t>
            </a:fld>
            <a:endParaRPr lang="en-US"/>
          </a:p>
        </p:txBody>
      </p:sp>
    </p:spTree>
    <p:extLst>
      <p:ext uri="{BB962C8B-B14F-4D97-AF65-F5344CB8AC3E}">
        <p14:creationId xmlns:p14="http://schemas.microsoft.com/office/powerpoint/2010/main" val="3279690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B747CF-767E-769E-2FCC-1D4A38EDAF1A}"/>
              </a:ext>
            </a:extLst>
          </p:cNvPr>
          <p:cNvSpPr>
            <a:spLocks noGrp="1"/>
          </p:cNvSpPr>
          <p:nvPr>
            <p:ph type="sldNum" sz="quarter" idx="12"/>
          </p:nvPr>
        </p:nvSpPr>
        <p:spPr/>
        <p:txBody>
          <a:bodyPr/>
          <a:lstStyle/>
          <a:p>
            <a:fld id="{C5EF2332-01BF-834F-8236-50238282D533}" type="slidenum">
              <a:rPr lang="en-US" smtClean="0"/>
              <a:t>4</a:t>
            </a:fld>
            <a:endParaRPr lang="en-US" dirty="0"/>
          </a:p>
        </p:txBody>
      </p:sp>
      <p:sp>
        <p:nvSpPr>
          <p:cNvPr id="4" name="Title 3">
            <a:extLst>
              <a:ext uri="{FF2B5EF4-FFF2-40B4-BE49-F238E27FC236}">
                <a16:creationId xmlns:a16="http://schemas.microsoft.com/office/drawing/2014/main" id="{240AD5C5-3083-97FD-51A2-1B385ED982F3}"/>
              </a:ext>
            </a:extLst>
          </p:cNvPr>
          <p:cNvSpPr>
            <a:spLocks noGrp="1"/>
          </p:cNvSpPr>
          <p:nvPr>
            <p:ph type="title"/>
          </p:nvPr>
        </p:nvSpPr>
        <p:spPr/>
        <p:txBody>
          <a:bodyPr/>
          <a:lstStyle/>
          <a:p>
            <a:r>
              <a:rPr lang="en-US" dirty="0">
                <a:latin typeface="Segoe Condensed"/>
              </a:rPr>
              <a:t>WHO-HQ PHI information flow</a:t>
            </a:r>
            <a:endParaRPr lang="en-US" dirty="0"/>
          </a:p>
        </p:txBody>
      </p:sp>
      <p:pic>
        <p:nvPicPr>
          <p:cNvPr id="9" name="Picture 8">
            <a:extLst>
              <a:ext uri="{FF2B5EF4-FFF2-40B4-BE49-F238E27FC236}">
                <a16:creationId xmlns:a16="http://schemas.microsoft.com/office/drawing/2014/main" id="{025C2684-9F35-22C8-3475-F6D862DD31B9}"/>
              </a:ext>
            </a:extLst>
          </p:cNvPr>
          <p:cNvPicPr>
            <a:picLocks noChangeAspect="1"/>
          </p:cNvPicPr>
          <p:nvPr/>
        </p:nvPicPr>
        <p:blipFill>
          <a:blip r:embed="rId2"/>
          <a:stretch>
            <a:fillRect/>
          </a:stretch>
        </p:blipFill>
        <p:spPr>
          <a:xfrm>
            <a:off x="2225733" y="1187355"/>
            <a:ext cx="6400380" cy="5670645"/>
          </a:xfrm>
          <a:prstGeom prst="rect">
            <a:avLst/>
          </a:prstGeom>
        </p:spPr>
      </p:pic>
      <p:pic>
        <p:nvPicPr>
          <p:cNvPr id="11" name="Picture 10">
            <a:extLst>
              <a:ext uri="{FF2B5EF4-FFF2-40B4-BE49-F238E27FC236}">
                <a16:creationId xmlns:a16="http://schemas.microsoft.com/office/drawing/2014/main" id="{12874C9A-456C-FAB3-6232-572029F8215A}"/>
              </a:ext>
            </a:extLst>
          </p:cNvPr>
          <p:cNvPicPr>
            <a:picLocks noChangeAspect="1"/>
          </p:cNvPicPr>
          <p:nvPr/>
        </p:nvPicPr>
        <p:blipFill>
          <a:blip r:embed="rId3"/>
          <a:stretch>
            <a:fillRect/>
          </a:stretch>
        </p:blipFill>
        <p:spPr>
          <a:xfrm>
            <a:off x="9392206" y="4629333"/>
            <a:ext cx="2429214" cy="1448002"/>
          </a:xfrm>
          <a:prstGeom prst="rect">
            <a:avLst/>
          </a:prstGeom>
        </p:spPr>
      </p:pic>
    </p:spTree>
    <p:extLst>
      <p:ext uri="{BB962C8B-B14F-4D97-AF65-F5344CB8AC3E}">
        <p14:creationId xmlns:p14="http://schemas.microsoft.com/office/powerpoint/2010/main" val="4186395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7">
            <a:extLst>
              <a:ext uri="{FF2B5EF4-FFF2-40B4-BE49-F238E27FC236}">
                <a16:creationId xmlns:a16="http://schemas.microsoft.com/office/drawing/2014/main" id="{916DA2E9-D0E8-42E6-4581-F0457AD49AAA}"/>
              </a:ext>
            </a:extLst>
          </p:cNvPr>
          <p:cNvSpPr>
            <a:spLocks noGrp="1"/>
          </p:cNvSpPr>
          <p:nvPr>
            <p:ph type="body" idx="1"/>
          </p:nvPr>
        </p:nvSpPr>
        <p:spPr>
          <a:xfrm>
            <a:off x="465221" y="1160650"/>
            <a:ext cx="9292389" cy="639762"/>
          </a:xfrm>
        </p:spPr>
        <p:txBody>
          <a:bodyPr>
            <a:normAutofit/>
          </a:bodyPr>
          <a:lstStyle/>
          <a:p>
            <a:r>
              <a:rPr lang="en-GB" dirty="0"/>
              <a:t>Detection and verification occur through three different pathways simultaneously: </a:t>
            </a:r>
            <a:endParaRPr lang="en-US" dirty="0"/>
          </a:p>
        </p:txBody>
      </p:sp>
      <p:sp>
        <p:nvSpPr>
          <p:cNvPr id="3"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609599" y="1847830"/>
            <a:ext cx="10724147" cy="2336967"/>
          </a:xfrm>
        </p:spPr>
        <p:txBody>
          <a:bodyPr vert="horz" lIns="91440" tIns="45720" rIns="91440" bIns="45720" rtlCol="0" anchor="t">
            <a:noAutofit/>
          </a:bodyPr>
          <a:lstStyle/>
          <a:p>
            <a:pPr marL="342900" marR="0" algn="just" defTabSz="685800" rtl="0" eaLnBrk="1" fontAlgn="auto" latinLnBrk="0" hangingPunct="1">
              <a:lnSpc>
                <a:spcPct val="100000"/>
              </a:lnSpc>
              <a:spcBef>
                <a:spcPct val="20000"/>
              </a:spcBef>
              <a:spcAft>
                <a:spcPts val="0"/>
              </a:spcAft>
              <a:buClrTx/>
              <a:buSzTx/>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Epidemic Intelligence from Open Source (EIOS) monitoring: </a:t>
            </a:r>
            <a:r>
              <a:rPr kumimoji="0" lang="en-GB" sz="1700" b="0" i="0" u="none" strike="noStrike" kern="1200" cap="none" spc="0" normalizeH="0" baseline="0" noProof="0" dirty="0">
                <a:ln>
                  <a:noFill/>
                </a:ln>
                <a:solidFill>
                  <a:prstClr val="black"/>
                </a:solidFill>
                <a:effectLst/>
                <a:uLnTx/>
                <a:uFillTx/>
                <a:latin typeface="Segoe Condensed"/>
              </a:rPr>
              <a:t>to detect signals through event-based surveillance, this includes signals on human health, animal health (zoonosis), undiagnosed disease with potential threat to human health</a:t>
            </a:r>
            <a:r>
              <a:rPr kumimoji="0" lang="en-GB" sz="1700" b="0" i="0" u="none" strike="sngStrike" kern="1200" cap="none" spc="0" normalizeH="0" baseline="0" noProof="0" dirty="0">
                <a:ln>
                  <a:noFill/>
                </a:ln>
                <a:solidFill>
                  <a:prstClr val="black"/>
                </a:solidFill>
                <a:effectLst/>
                <a:uLnTx/>
                <a:uFillTx/>
                <a:latin typeface="Segoe Condensed"/>
              </a:rPr>
              <a:t>)</a:t>
            </a:r>
            <a:r>
              <a:rPr kumimoji="0" lang="en-GB" sz="1700" b="0" i="0" u="none" strike="noStrike" kern="1200" cap="none" spc="0" normalizeH="0" baseline="0" noProof="0" dirty="0">
                <a:ln>
                  <a:noFill/>
                </a:ln>
                <a:solidFill>
                  <a:prstClr val="black"/>
                </a:solidFill>
                <a:effectLst/>
                <a:uLnTx/>
                <a:uFillTx/>
                <a:latin typeface="Segoe Condensed"/>
              </a:rPr>
              <a:t>, food security &amp; food safety, travel and trade restrictions, environmental and chemical hazards.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Outbreak email monitoring:</a:t>
            </a:r>
            <a:r>
              <a:rPr kumimoji="0" lang="en-GB" sz="1700" b="0" i="0" u="none" strike="noStrike" kern="1200" cap="none" spc="0" normalizeH="0" baseline="0" noProof="0" dirty="0">
                <a:ln>
                  <a:noFill/>
                </a:ln>
                <a:solidFill>
                  <a:prstClr val="black"/>
                </a:solidFill>
                <a:effectLst/>
                <a:uLnTx/>
                <a:uFillTx/>
                <a:latin typeface="Segoe Condensed"/>
              </a:rPr>
              <a:t> to detect and verify signals, "Outbreak" receives information about signals from formal, informal sources, and indicator-based surveillance; official IHR notifications for events and updates on events are also received through “Outbreak”.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EMS monitoring and event follow-up: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to determine if any identified signal is already classified as an event and to follow-up on existing events.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4"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5"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a:latin typeface="Segoe Condensed"/>
              </a:rPr>
              <a:t>Detection and Verification Process</a:t>
            </a:r>
            <a:endParaRPr lang="en-US"/>
          </a:p>
        </p:txBody>
      </p:sp>
      <p:sp>
        <p:nvSpPr>
          <p:cNvPr id="6" name="Text Placeholder 8">
            <a:extLst>
              <a:ext uri="{FF2B5EF4-FFF2-40B4-BE49-F238E27FC236}">
                <a16:creationId xmlns:a16="http://schemas.microsoft.com/office/drawing/2014/main" id="{D48BF65A-D79D-C586-BFA2-B2F7F3B6B5BF}"/>
              </a:ext>
            </a:extLst>
          </p:cNvPr>
          <p:cNvSpPr>
            <a:spLocks noGrp="1"/>
          </p:cNvSpPr>
          <p:nvPr>
            <p:ph type="body" sz="quarter" idx="3"/>
          </p:nvPr>
        </p:nvSpPr>
        <p:spPr>
          <a:xfrm>
            <a:off x="465221" y="4184797"/>
            <a:ext cx="10724147" cy="639762"/>
          </a:xfrm>
        </p:spPr>
        <p:txBody>
          <a:bodyPr/>
          <a:lstStyle/>
          <a:p>
            <a:r>
              <a:rPr lang="en-US" dirty="0"/>
              <a:t>From signal to event</a:t>
            </a:r>
          </a:p>
          <a:p>
            <a:endParaRPr lang="en-US" dirty="0"/>
          </a:p>
        </p:txBody>
      </p:sp>
      <p:sp>
        <p:nvSpPr>
          <p:cNvPr id="7" name="TextBox 13">
            <a:extLst>
              <a:ext uri="{FF2B5EF4-FFF2-40B4-BE49-F238E27FC236}">
                <a16:creationId xmlns:a16="http://schemas.microsoft.com/office/drawing/2014/main" id="{507A8C82-5ED0-B3F1-A88B-D982D84E74C9}"/>
              </a:ext>
            </a:extLst>
          </p:cNvPr>
          <p:cNvSpPr txBox="1"/>
          <p:nvPr/>
        </p:nvSpPr>
        <p:spPr>
          <a:xfrm>
            <a:off x="609599" y="4504678"/>
            <a:ext cx="10972800" cy="1400383"/>
          </a:xfrm>
          <a:prstGeom prst="rect">
            <a:avLst/>
          </a:prstGeom>
          <a:noFill/>
        </p:spPr>
        <p:txBody>
          <a:bodyPr wrap="square">
            <a:spAutoFit/>
          </a:bodyPr>
          <a:lstStyle/>
          <a:p>
            <a:pPr algn="just" rtl="0" fontAlgn="base"/>
            <a:r>
              <a:rPr lang="en-GB" sz="1700" dirty="0">
                <a:solidFill>
                  <a:prstClr val="black"/>
                </a:solidFill>
                <a:latin typeface="Segoe Condensed"/>
              </a:rPr>
              <a:t>To assess and verify signals, information is cross-checked against several reference sources and sent to the appropriate WHO regional office and/or partners to confirm the veracity of the information and determine if it should be classified as an event.</a:t>
            </a:r>
            <a:r>
              <a:rPr lang="en-US" sz="1700" dirty="0">
                <a:solidFill>
                  <a:prstClr val="black"/>
                </a:solidFill>
                <a:latin typeface="Segoe Condensed"/>
              </a:rPr>
              <a:t>​</a:t>
            </a:r>
          </a:p>
          <a:p>
            <a:pPr algn="just" rtl="0" fontAlgn="base"/>
            <a:r>
              <a:rPr lang="en-GB" sz="1700" dirty="0">
                <a:solidFill>
                  <a:prstClr val="black"/>
                </a:solidFill>
                <a:latin typeface="Segoe Condensed"/>
              </a:rPr>
              <a:t>​</a:t>
            </a:r>
          </a:p>
          <a:p>
            <a:pPr algn="just" rtl="0" fontAlgn="base"/>
            <a:r>
              <a:rPr lang="en-GB" sz="1700" dirty="0">
                <a:solidFill>
                  <a:prstClr val="black"/>
                </a:solidFill>
                <a:latin typeface="Segoe Condensed"/>
              </a:rPr>
              <a:t>Signals/events referred to in the following slides include those identified during event-based surveillance using EIOS, received in </a:t>
            </a:r>
            <a:r>
              <a:rPr lang="en-GB" sz="1700" dirty="0" err="1">
                <a:solidFill>
                  <a:prstClr val="black"/>
                </a:solidFill>
                <a:latin typeface="Segoe Condensed"/>
              </a:rPr>
              <a:t>'Outbreak'</a:t>
            </a:r>
            <a:r>
              <a:rPr lang="en-GB" sz="1700" dirty="0">
                <a:solidFill>
                  <a:prstClr val="black"/>
                </a:solidFill>
                <a:latin typeface="Segoe Condensed"/>
              </a:rPr>
              <a:t> email inbox, or published in EMS.</a:t>
            </a:r>
            <a:endParaRPr lang="en-US" sz="1700" dirty="0">
              <a:solidFill>
                <a:prstClr val="black"/>
              </a:solidFill>
              <a:latin typeface="Segoe Condensed"/>
            </a:endParaRPr>
          </a:p>
        </p:txBody>
      </p:sp>
    </p:spTree>
    <p:extLst>
      <p:ext uri="{BB962C8B-B14F-4D97-AF65-F5344CB8AC3E}">
        <p14:creationId xmlns:p14="http://schemas.microsoft.com/office/powerpoint/2010/main" val="2172501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512905" y="1304925"/>
            <a:ext cx="11069495" cy="3951288"/>
          </a:xfrm>
        </p:spPr>
        <p:txBody>
          <a:bodyPr vert="horz" lIns="91440" tIns="45720" rIns="91440" bIns="45720" rtlCol="0" anchor="t">
            <a:noAutofit/>
          </a:bodyPr>
          <a:lstStyle/>
          <a:p>
            <a:pPr marL="371475" indent="-285750" algn="just">
              <a:defRPr/>
            </a:pPr>
            <a:r>
              <a:rPr lang="en-GB" sz="1700" dirty="0">
                <a:solidFill>
                  <a:prstClr val="black"/>
                </a:solidFill>
                <a:latin typeface="Segoe Condensed"/>
              </a:rPr>
              <a:t>Raw </a:t>
            </a:r>
            <a:r>
              <a:rPr kumimoji="0" lang="en-GB" sz="1700" b="1" i="0" u="none" strike="noStrike" kern="1200" cap="none" spc="0" normalizeH="0" baseline="0" noProof="0" dirty="0">
                <a:ln>
                  <a:noFill/>
                </a:ln>
                <a:solidFill>
                  <a:prstClr val="black"/>
                </a:solidFill>
                <a:effectLst/>
                <a:uLnTx/>
                <a:uFillTx/>
                <a:latin typeface="Segoe Condensed"/>
              </a:rPr>
              <a:t>signal: </a:t>
            </a:r>
            <a:r>
              <a:rPr kumimoji="0" lang="en-US" sz="1700" b="0" i="0" u="none" strike="noStrike" kern="1200" cap="none" spc="0" normalizeH="0" baseline="0" noProof="0" dirty="0">
                <a:ln>
                  <a:noFill/>
                </a:ln>
                <a:solidFill>
                  <a:prstClr val="black"/>
                </a:solidFill>
                <a:effectLst/>
                <a:uLnTx/>
                <a:uFillTx/>
                <a:latin typeface="Segoe Condensed"/>
              </a:rPr>
              <a:t>any information, data or communication collected, obtained, received, or acquired through an initial filtering of sources used for surveillance activities for the purpose of detecting potential acute risks to human health</a:t>
            </a:r>
          </a:p>
          <a:p>
            <a:pPr marL="371475" indent="-285750" algn="just">
              <a:defRPr/>
            </a:pPr>
            <a:endParaRPr lang="en-US" sz="1700" b="0" i="0" u="none" strike="noStrike" kern="1200" cap="none" spc="0" normalizeH="0" baseline="0" noProof="0" dirty="0">
              <a:ln>
                <a:noFill/>
              </a:ln>
              <a:solidFill>
                <a:prstClr val="black"/>
              </a:solidFill>
              <a:effectLst/>
              <a:uLnTx/>
              <a:uFillTx/>
              <a:latin typeface="Segoe Condensed"/>
            </a:endParaRPr>
          </a:p>
          <a:p>
            <a:pPr marL="371475" indent="-285750" algn="just">
              <a:defRPr/>
            </a:pPr>
            <a:r>
              <a:rPr lang="en-GB" sz="1700" dirty="0">
                <a:solidFill>
                  <a:prstClr val="black"/>
                </a:solidFill>
                <a:latin typeface="Segoe Condensed"/>
              </a:rPr>
              <a:t>Potential signal:</a:t>
            </a:r>
            <a:r>
              <a:rPr kumimoji="0" lang="en-GB" sz="1700" i="0" u="none" strike="noStrike" kern="1200" cap="none" spc="0" normalizeH="0" baseline="0" noProof="0" dirty="0">
                <a:ln>
                  <a:noFill/>
                </a:ln>
                <a:solidFill>
                  <a:prstClr val="black"/>
                </a:solidFill>
                <a:effectLst/>
                <a:uLnTx/>
                <a:uFillTx/>
                <a:latin typeface="Segoe Condensed"/>
              </a:rPr>
              <a:t> </a:t>
            </a:r>
            <a:r>
              <a:rPr kumimoji="0" lang="en-US" sz="1700" b="0" i="0" u="none" strike="noStrike" kern="1200" cap="none" spc="0" normalizeH="0" baseline="0" noProof="0" dirty="0">
                <a:ln>
                  <a:noFill/>
                </a:ln>
                <a:solidFill>
                  <a:prstClr val="black"/>
                </a:solidFill>
                <a:effectLst/>
                <a:uLnTx/>
                <a:uFillTx/>
                <a:latin typeface="Segoe Condensed"/>
              </a:rPr>
              <a:t>raw </a:t>
            </a:r>
            <a:r>
              <a:rPr lang="en-US" sz="1700" b="0" dirty="0">
                <a:solidFill>
                  <a:prstClr val="black"/>
                </a:solidFill>
                <a:latin typeface="Segoe Condensed"/>
              </a:rPr>
              <a:t>signals that are triangulated with other contemporaneous reports, reviewed against previous trends/occurrences, considered in the context of the situation and dynamically assessed by the PHI analyst in order to retain only those pertinent to early detection purposes. Potential signals are then triaged and either discarded or categorized if they meet predefined criteria.</a:t>
            </a:r>
          </a:p>
          <a:p>
            <a:pPr marL="371475" indent="-285750" algn="just">
              <a:defRPr/>
            </a:pPr>
            <a:endParaRPr lang="en-US" dirty="0">
              <a:solidFill>
                <a:srgbClr val="FF0000"/>
              </a:solidFill>
            </a:endParaRPr>
          </a:p>
          <a:p>
            <a:pPr marL="371475" indent="-285750" algn="just">
              <a:defRPr/>
            </a:pPr>
            <a:r>
              <a:rPr lang="en-US" dirty="0">
                <a:solidFill>
                  <a:schemeClr val="tx1"/>
                </a:solidFill>
              </a:rPr>
              <a:t>Signal: </a:t>
            </a:r>
            <a:r>
              <a:rPr lang="en-US" b="0" dirty="0">
                <a:solidFill>
                  <a:schemeClr val="tx1"/>
                </a:solidFill>
              </a:rPr>
              <a:t>is d</a:t>
            </a:r>
            <a:r>
              <a:rPr lang="en-US" sz="1800" b="0" i="0" dirty="0">
                <a:solidFill>
                  <a:schemeClr val="tx1"/>
                </a:solidFill>
                <a:effectLst/>
              </a:rPr>
              <a:t>ata and/or information detected that has been triangulated, assessed, triaged, and categorized using a multidisciplinary and PHI-specific lens, and determined to represent a potential acute risk to human health, encompassing all-hazard considerations. Signals may consist of reports of cases or deaths (individual or aggregated), potential exposure of human beings to biological, chemical or radiological and nuclear hazards, or the occurrence of natural or human-made disasters. Signals can be detected from a variety of sources and through a range of approaches. </a:t>
            </a:r>
            <a:endParaRPr lang="en-GB" sz="1700" b="0" i="0" u="none" strike="noStrike" kern="1200" cap="none" spc="0" normalizeH="0" baseline="0" noProof="0" dirty="0">
              <a:ln>
                <a:noFill/>
              </a:ln>
              <a:solidFill>
                <a:schemeClr val="tx1"/>
              </a:solidFill>
              <a:effectLst/>
              <a:uLnTx/>
              <a:uFillTx/>
            </a:endParaRPr>
          </a:p>
          <a:p>
            <a:pPr marL="0" indent="0">
              <a:buNone/>
            </a:pPr>
            <a:endParaRPr lang="en-US" dirty="0"/>
          </a:p>
        </p:txBody>
      </p:sp>
      <p:sp>
        <p:nvSpPr>
          <p:cNvPr id="3"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6</a:t>
            </a:fld>
            <a:endParaRPr lang="en-US"/>
          </a:p>
        </p:txBody>
      </p:sp>
      <p:sp>
        <p:nvSpPr>
          <p:cNvPr id="4"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dirty="0">
                <a:latin typeface="Segoe Condensed"/>
              </a:rPr>
              <a:t>Signal nomenclature</a:t>
            </a:r>
            <a:endParaRPr lang="en-US" dirty="0"/>
          </a:p>
        </p:txBody>
      </p:sp>
    </p:spTree>
    <p:extLst>
      <p:ext uri="{BB962C8B-B14F-4D97-AF65-F5344CB8AC3E}">
        <p14:creationId xmlns:p14="http://schemas.microsoft.com/office/powerpoint/2010/main" val="1733617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3300" b="1" i="0" u="none" cap="none">
                <a:solidFill>
                  <a:srgbClr val="FFFFFF">
                    <a:alpha val="100000"/>
                  </a:srgbClr>
                </a:solidFill>
                <a:latin typeface="Segoe Condensed"/>
                <a:cs typeface="Segoe Condensed"/>
                <a:sym typeface="Segoe Condensed"/>
              </a:rPr>
              <a:t>PHI indicators for the last 24 hours</a:t>
            </a:r>
          </a:p>
          <a:p>
            <a:r>
              <a:rPr sz="1600" b="1" i="0" u="none" cap="none">
                <a:solidFill>
                  <a:srgbClr val="FFFFFF">
                    <a:alpha val="100000"/>
                  </a:srgbClr>
                </a:solidFill>
                <a:latin typeface="Segoe Condensed"/>
                <a:cs typeface="Segoe Condensed"/>
                <a:sym typeface="Segoe Condensed"/>
              </a:rPr>
              <a:t>as of 5pm, 25 Sep 2025</a:t>
            </a:r>
          </a:p>
        </p:txBody>
      </p:sp>
      <p:sp>
        <p:nvSpPr>
          <p:cNvPr id="3" name="text_body"/>
          <p:cNvSpPr>
            <a:spLocks noGrp="1"/>
          </p:cNvSpPr>
          <p:nvPr>
            <p:ph idx="1"/>
          </p:nvPr>
        </p:nvSpPr>
        <p:spPr>
          <a:xfrm>
            <a:off x="609600" y="1600203"/>
            <a:ext cx="10972800" cy="4525963"/>
          </a:xfrm>
        </p:spPr>
        <p:txBody>
          <a:bodyPr/>
          <a:lstStyle/>
          <a:p>
            <a:r>
              <a:rPr sz="2800" b="0" i="0" u="none" cap="none" dirty="0">
                <a:solidFill>
                  <a:srgbClr val="000000">
                    <a:alpha val="100000"/>
                  </a:srgbClr>
                </a:solidFill>
                <a:latin typeface="Segoe Condensed"/>
                <a:cs typeface="Segoe Condensed"/>
                <a:sym typeface="Segoe Condensed"/>
              </a:rPr>
              <a:t>Raw signals scanned and triangulated</a:t>
            </a:r>
          </a:p>
          <a:p>
            <a:pPr lvl="1"/>
            <a:r>
              <a:rPr sz="2800" b="0" i="0" u="none" cap="none" dirty="0">
                <a:solidFill>
                  <a:srgbClr val="000000">
                    <a:alpha val="100000"/>
                  </a:srgbClr>
                </a:solidFill>
                <a:latin typeface="Segoe Condensed"/>
                <a:cs typeface="Segoe Condensed"/>
                <a:sym typeface="Segoe Condensed"/>
              </a:rPr>
              <a:t>EIOS: 1,227 articles</a:t>
            </a:r>
          </a:p>
          <a:p>
            <a:pPr lvl="1"/>
            <a:r>
              <a:rPr sz="2800" b="0" i="0" u="none" cap="none" dirty="0">
                <a:solidFill>
                  <a:srgbClr val="000000">
                    <a:alpha val="100000"/>
                  </a:srgbClr>
                </a:solidFill>
                <a:latin typeface="Segoe Condensed"/>
                <a:cs typeface="Segoe Condensed"/>
                <a:sym typeface="Segoe Condensed"/>
              </a:rPr>
              <a:t>Outbreak inbox: 91 emails</a:t>
            </a:r>
          </a:p>
          <a:p>
            <a:r>
              <a:rPr lang="en-US" sz="2800" b="1" i="0" u="none" cap="none" dirty="0">
                <a:solidFill>
                  <a:srgbClr val="000000">
                    <a:alpha val="100000"/>
                  </a:srgbClr>
                </a:solidFill>
                <a:latin typeface="Segoe Condensed"/>
                <a:cs typeface="Segoe Condensed"/>
                <a:sym typeface="Segoe Condensed"/>
              </a:rPr>
              <a:t>6</a:t>
            </a:r>
            <a:r>
              <a:rPr sz="2800" b="0" i="0" u="none" cap="none" dirty="0">
                <a:solidFill>
                  <a:srgbClr val="000000">
                    <a:alpha val="100000"/>
                  </a:srgbClr>
                </a:solidFill>
                <a:latin typeface="Segoe Condensed"/>
                <a:cs typeface="Segoe Condensed"/>
                <a:sym typeface="Segoe Condensed"/>
              </a:rPr>
              <a:t> potential signals/signals/events assessed and triaged</a:t>
            </a:r>
          </a:p>
          <a:p>
            <a:r>
              <a:rPr sz="2800" b="1" i="0" u="none" cap="none" dirty="0">
                <a:solidFill>
                  <a:srgbClr val="000000">
                    <a:alpha val="100000"/>
                  </a:srgbClr>
                </a:solidFill>
                <a:latin typeface="Segoe Condensed"/>
                <a:cs typeface="Segoe Condensed"/>
                <a:sym typeface="Segoe Condensed"/>
              </a:rPr>
              <a:t>0</a:t>
            </a:r>
            <a:r>
              <a:rPr sz="2800" b="0" i="0" u="none" cap="none" dirty="0">
                <a:solidFill>
                  <a:srgbClr val="000000">
                    <a:alpha val="100000"/>
                  </a:srgbClr>
                </a:solidFill>
                <a:latin typeface="Segoe Condensed"/>
                <a:cs typeface="Segoe Condensed"/>
                <a:sym typeface="Segoe Condensed"/>
              </a:rPr>
              <a:t> signals/events relevant for daily list of signals</a:t>
            </a:r>
          </a:p>
        </p:txBody>
      </p:sp>
      <p:sp>
        <p:nvSpPr>
          <p:cNvPr id="4" name="Content Placeholder 3"/>
          <p:cNvSpPr>
            <a:spLocks noGrp="1"/>
          </p:cNvSpPr>
          <p:nvPr>
            <p:ph/>
          </p:nvPr>
        </p:nvSpPr>
        <p:spPr>
          <a:xfrm>
            <a:off x="360000" y="5760000"/>
            <a:ext cx="7560000" cy="360000"/>
          </a:xfrm>
        </p:spPr>
        <p:txBody>
          <a:bodyPr/>
          <a:lstStyle/>
          <a:p>
            <a:pPr>
              <a:buNone/>
            </a:pPr>
            <a:r>
              <a:rPr sz="1000" b="0" i="1" u="none" cap="none">
                <a:solidFill>
                  <a:srgbClr val="000000">
                    <a:alpha val="100000"/>
                  </a:srgbClr>
                </a:solidFill>
                <a:latin typeface="Segoe Condensed"/>
                <a:cs typeface="Segoe Condensed"/>
                <a:sym typeface="Segoe Condensed"/>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2400" b="1" i="0" u="none" cap="none" dirty="0">
                <a:solidFill>
                  <a:srgbClr val="FFFFFF">
                    <a:alpha val="100000"/>
                  </a:srgbClr>
                </a:solidFill>
                <a:latin typeface="Segoe Condensed"/>
                <a:cs typeface="Segoe Condensed"/>
                <a:sym typeface="Segoe Condensed"/>
              </a:rPr>
              <a:t>PHI signal/event categorization for the last 24 hours, following initial risk assessment</a:t>
            </a:r>
          </a:p>
          <a:p>
            <a:r>
              <a:rPr sz="1400" b="1" i="0" u="none" cap="none" dirty="0">
                <a:solidFill>
                  <a:srgbClr val="FFFFFF">
                    <a:alpha val="100000"/>
                  </a:srgbClr>
                </a:solidFill>
                <a:latin typeface="Segoe Condensed"/>
                <a:cs typeface="Segoe Condensed"/>
                <a:sym typeface="Segoe Condensed"/>
              </a:rPr>
              <a:t>as of 5pm, 25 Sep 2025</a:t>
            </a:r>
          </a:p>
          <a:p>
            <a:r>
              <a:rPr sz="1100" b="0" i="0" u="none" cap="none" dirty="0">
                <a:solidFill>
                  <a:srgbClr val="FFFFFF">
                    <a:alpha val="100000"/>
                  </a:srgbClr>
                </a:solidFill>
                <a:latin typeface="Segoe Condensed"/>
                <a:cs typeface="Segoe Condensed"/>
                <a:sym typeface="Segoe Condensed"/>
              </a:rPr>
              <a:t>This slide only reflects the information that has been acted upon by the HQ PHI unit and does not reflect work being undertaken by other teams at HQ or across the other levels of the organization</a:t>
            </a:r>
          </a:p>
        </p:txBody>
      </p:sp>
      <p:graphicFrame>
        <p:nvGraphicFramePr>
          <p:cNvPr id="3" name="Content Placeholder 2"/>
          <p:cNvGraphicFramePr>
            <a:graphicFrameLocks noGrp="1"/>
          </p:cNvGraphicFramePr>
          <p:nvPr>
            <p:extLst>
              <p:ext uri="{D42A27DB-BD31-4B8C-83A1-F6EECF244321}">
                <p14:modId xmlns:p14="http://schemas.microsoft.com/office/powerpoint/2010/main" val="2043933847"/>
              </p:ext>
            </p:extLst>
          </p:nvPr>
        </p:nvGraphicFramePr>
        <p:xfrm>
          <a:off x="609600" y="1284125"/>
          <a:ext cx="5169600" cy="3855720"/>
        </p:xfrm>
        <a:graphic>
          <a:graphicData uri="http://schemas.openxmlformats.org/drawingml/2006/table">
            <a:tbl>
              <a:tblPr/>
              <a:tblGrid>
                <a:gridCol w="19296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tblGrid>
              <a:tr h="228600">
                <a:tc gridSpan="2">
                  <a:txBody>
                    <a:bodyPr/>
                    <a:lstStyle/>
                    <a:p>
                      <a:pPr marL="63500" marR="63500" algn="l">
                        <a:lnSpc>
                          <a:spcPct val="100000"/>
                        </a:lnSpc>
                        <a:spcBef>
                          <a:spcPts val="500"/>
                        </a:spcBef>
                        <a:spcAft>
                          <a:spcPts val="500"/>
                        </a:spcAft>
                        <a:buNone/>
                      </a:pPr>
                      <a:r>
                        <a:rPr sz="1800" b="1" i="0" u="none" cap="none">
                          <a:solidFill>
                            <a:srgbClr val="000000">
                              <a:alpha val="100000"/>
                            </a:srgbClr>
                          </a:solidFill>
                          <a:latin typeface="Calibri"/>
                          <a:cs typeface="Calibri"/>
                          <a:sym typeface="Calibri"/>
                        </a:rPr>
                        <a:t>Signals/events (N=</a:t>
                      </a:r>
                      <a:r>
                        <a:rPr lang="en-US" sz="1800" b="1" i="0" u="none" cap="none">
                          <a:solidFill>
                            <a:srgbClr val="000000">
                              <a:alpha val="100000"/>
                            </a:srgbClr>
                          </a:solidFill>
                          <a:latin typeface="Calibri"/>
                          <a:cs typeface="Calibri"/>
                          <a:sym typeface="Calibri"/>
                        </a:rPr>
                        <a:t>0</a:t>
                      </a:r>
                      <a:r>
                        <a:rPr sz="1800" b="1" i="0" u="none" cap="none">
                          <a:solidFill>
                            <a:srgbClr val="000000">
                              <a:alpha val="100000"/>
                            </a:srgbClr>
                          </a:solidFill>
                          <a:latin typeface="Calibri"/>
                          <a:cs typeface="Calibri"/>
                          <a:sym typeface="Calibri"/>
                        </a:rPr>
                        <a:t>)</a:t>
                      </a:r>
                    </a:p>
                  </a:txBody>
                  <a:tcPr marL="0" marR="0" marT="63500" marB="63500" anchor="ctr">
                    <a:lnL w="0" cap="flat" cmpd="sng" algn="ctr">
                      <a:noFill/>
                      <a:prstDash val="solid"/>
                    </a:lnL>
                    <a:lnR w="0" cap="flat" cmpd="sng" algn="ctr">
                      <a:noFill/>
                      <a:prstDash val="solid"/>
                    </a:lnR>
                    <a:lnT w="127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800" b="1" i="0" u="none" cap="none">
                          <a:solidFill>
                            <a:srgbClr val="000000">
                              <a:alpha val="100000"/>
                            </a:srgbClr>
                          </a:solidFill>
                          <a:latin typeface="Calibri"/>
                          <a:cs typeface="Calibri"/>
                          <a:sym typeface="Calibri"/>
                        </a:rPr>
                        <a:t>Signals/events (N=6)</a:t>
                      </a:r>
                    </a:p>
                  </a:txBody>
                  <a:tcPr marL="0" marR="0" marT="63500" marB="63500" anchor="ctr">
                    <a:lnL w="12700" cap="flat" cmpd="sng" algn="ctr">
                      <a:solidFill>
                        <a:srgbClr val="FFFFFF">
                          <a:alpha val="100000"/>
                        </a:srgbClr>
                      </a:solidFill>
                      <a:prstDash val="solid"/>
                    </a:lnL>
                    <a:lnR w="0" cap="flat" cmpd="sng" algn="ctr">
                      <a:noFill/>
                      <a:prstDash val="solid"/>
                    </a:lnR>
                    <a:lnT w="0" cap="flat" cmpd="sng" algn="ctr">
                      <a:no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500"/>
                        </a:spcBef>
                        <a:spcAft>
                          <a:spcPts val="500"/>
                        </a:spcAft>
                        <a:buNone/>
                      </a:pPr>
                      <a:r>
                        <a:rPr sz="1600" b="1" i="0" u="none" cap="none">
                          <a:solidFill>
                            <a:srgbClr val="FFFFFF">
                              <a:alpha val="100000"/>
                            </a:srgbClr>
                          </a:solidFill>
                          <a:latin typeface="Calibri"/>
                          <a:cs typeface="Calibri"/>
                          <a:sym typeface="Calibri"/>
                        </a:rPr>
                        <a:t>Category</a:t>
                      </a:r>
                    </a:p>
                  </a:txBody>
                  <a:tcPr marL="0" marR="0" marT="63500" marB="63500" anchor="ctr">
                    <a:lnL w="0" cap="flat" cmpd="sng" algn="ctr">
                      <a:no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38100" cap="flat" cmpd="sng" algn="ctr">
                      <a:solidFill>
                        <a:srgbClr val="FFFFFF">
                          <a:alpha val="100000"/>
                        </a:srgbClr>
                      </a:solidFill>
                      <a:prstDash val="solid"/>
                    </a:lnB>
                    <a:solidFill>
                      <a:srgbClr val="4472C4">
                        <a:alpha val="100000"/>
                      </a:srgbClr>
                    </a:solidFill>
                  </a:tcPr>
                </a:tc>
                <a:tc>
                  <a:txBody>
                    <a:bodyPr/>
                    <a:lstStyle/>
                    <a:p>
                      <a:pPr marL="63500" marR="63500" algn="l">
                        <a:lnSpc>
                          <a:spcPct val="100000"/>
                        </a:lnSpc>
                        <a:spcBef>
                          <a:spcPts val="500"/>
                        </a:spcBef>
                        <a:spcAft>
                          <a:spcPts val="500"/>
                        </a:spcAft>
                        <a:buNone/>
                      </a:pPr>
                      <a:r>
                        <a:rPr sz="1600" b="1" i="0" u="none" cap="none">
                          <a:solidFill>
                            <a:srgbClr val="FFFFFF">
                              <a:alpha val="100000"/>
                            </a:srgbClr>
                          </a:solidFill>
                          <a:latin typeface="Calibri"/>
                          <a:cs typeface="Calibri"/>
                          <a:sym typeface="Calibri"/>
                        </a:rPr>
                        <a:t>Title</a:t>
                      </a:r>
                    </a:p>
                  </a:txBody>
                  <a:tcPr marL="0" marR="0" marT="63500" marB="63500" anchor="ctr">
                    <a:lnL w="12700" cap="flat" cmpd="sng" algn="ctr">
                      <a:solidFill>
                        <a:srgbClr val="FFFFFF">
                          <a:alpha val="100000"/>
                        </a:srgbClr>
                      </a:solidFill>
                      <a:prstDash val="solid"/>
                    </a:lnL>
                    <a:lnR w="0" cap="flat" cmpd="sng" algn="ctr">
                      <a:noFill/>
                      <a:prstDash val="solid"/>
                    </a:lnR>
                    <a:lnT w="12700" cap="flat" cmpd="sng" algn="ctr">
                      <a:solidFill>
                        <a:srgbClr val="FFFFFF">
                          <a:alpha val="100000"/>
                        </a:srgbClr>
                      </a:solidFill>
                      <a:prstDash val="solid"/>
                    </a:lnT>
                    <a:lnB w="38100" cap="flat" cmpd="sng" algn="ctr">
                      <a:solidFill>
                        <a:srgbClr val="FFFFFF">
                          <a:alpha val="100000"/>
                        </a:srgbClr>
                      </a:solidFill>
                      <a:prstDash val="solid"/>
                    </a:lnB>
                    <a:solidFill>
                      <a:srgbClr val="4472C4">
                        <a:alpha val="10000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600" b="0" i="0" u="none" cap="none">
                          <a:solidFill>
                            <a:srgbClr val="000000">
                              <a:alpha val="100000"/>
                            </a:srgbClr>
                          </a:solidFill>
                          <a:latin typeface="Calibri"/>
                          <a:cs typeface="Calibri"/>
                          <a:sym typeface="Calibri"/>
                        </a:rPr>
                        <a:t>Request for verification</a:t>
                      </a:r>
                    </a:p>
                  </a:txBody>
                  <a:tcPr marL="0" marR="0" marT="63500" marB="63500" anchor="ctr">
                    <a:lnL w="0" cap="flat" cmpd="sng" algn="ctr">
                      <a:noFill/>
                      <a:prstDash val="solid"/>
                    </a:lnL>
                    <a:lnR w="12700" cap="flat" cmpd="sng" algn="ctr">
                      <a:solidFill>
                        <a:srgbClr val="FFFFFF">
                          <a:alpha val="100000"/>
                        </a:srgbClr>
                      </a:solidFill>
                      <a:prstDash val="soli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lnB>
                    <a:solidFill>
                      <a:srgbClr val="CFD5EA">
                        <a:alpha val="100000"/>
                      </a:srgbClr>
                    </a:solidFill>
                  </a:tcPr>
                </a:tc>
                <a:tc>
                  <a:txBody>
                    <a:bodyPr/>
                    <a:lstStyle/>
                    <a:p>
                      <a:pPr marL="63500" marR="63500" algn="l">
                        <a:lnSpc>
                          <a:spcPct val="100000"/>
                        </a:lnSpc>
                        <a:spcBef>
                          <a:spcPts val="500"/>
                        </a:spcBef>
                        <a:spcAft>
                          <a:spcPts val="500"/>
                        </a:spcAft>
                        <a:buNone/>
                      </a:pPr>
                      <a:r>
                        <a:rPr sz="1600" b="0" i="0" u="none" cap="none">
                          <a:solidFill>
                            <a:srgbClr val="000000">
                              <a:alpha val="100000"/>
                            </a:srgbClr>
                          </a:solidFill>
                          <a:latin typeface="Calibri"/>
                          <a:cs typeface="Calibri"/>
                          <a:sym typeface="Calibri"/>
                        </a:rPr>
                        <a:t>-  </a:t>
                      </a:r>
                    </a:p>
                  </a:txBody>
                  <a:tcPr marL="0" marR="0" marT="63500" marB="63500" anchor="ctr">
                    <a:lnL w="12700" cap="flat" cmpd="sng" algn="ctr">
                      <a:solidFill>
                        <a:srgbClr val="FFFFFF">
                          <a:alpha val="100000"/>
                        </a:srgbClr>
                      </a:solidFill>
                      <a:prstDash val="solid"/>
                    </a:lnL>
                    <a:lnR w="0" cap="flat" cmpd="sng" algn="ctr">
                      <a:noFill/>
                      <a:prstDash val="soli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lnB>
                    <a:solidFill>
                      <a:srgbClr val="CFD5EA">
                        <a:alpha val="10000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600" b="0" i="0" u="none" cap="none">
                          <a:solidFill>
                            <a:srgbClr val="000000">
                              <a:alpha val="100000"/>
                            </a:srgbClr>
                          </a:solidFill>
                          <a:latin typeface="Calibri"/>
                          <a:cs typeface="Calibri"/>
                          <a:sym typeface="Calibri"/>
                        </a:rPr>
                        <a:t>Request for information</a:t>
                      </a:r>
                    </a:p>
                  </a:txBody>
                  <a:tcPr marL="0" marR="0" marT="63500" marB="63500" anchor="ctr">
                    <a:lnL w="0" cap="flat" cmpd="sng" algn="ctr">
                      <a:no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E9EBF5">
                        <a:alpha val="100000"/>
                      </a:srgbClr>
                    </a:solidFill>
                  </a:tcPr>
                </a:tc>
                <a:tc>
                  <a:txBody>
                    <a:bodyPr/>
                    <a:lstStyle/>
                    <a:p>
                      <a:pPr marL="63500" marR="63500" lvl="0" indent="0" algn="l" defTabSz="685800" rtl="0" eaLnBrk="1" fontAlgn="auto" latinLnBrk="0" hangingPunct="1">
                        <a:lnSpc>
                          <a:spcPct val="100000"/>
                        </a:lnSpc>
                        <a:spcBef>
                          <a:spcPts val="500"/>
                        </a:spcBef>
                        <a:spcAft>
                          <a:spcPts val="500"/>
                        </a:spcAft>
                        <a:buClrTx/>
                        <a:buSzTx/>
                        <a:buFontTx/>
                        <a:buNone/>
                        <a:tabLst/>
                        <a:defRPr/>
                      </a:pPr>
                      <a:r>
                        <a:rPr lang="en-US" sz="1600" b="0" i="0" u="none" cap="none">
                          <a:solidFill>
                            <a:srgbClr val="000000">
                              <a:alpha val="100000"/>
                            </a:srgbClr>
                          </a:solidFill>
                          <a:latin typeface="+mn-lt"/>
                          <a:cs typeface="Calibri"/>
                          <a:sym typeface="Calibri"/>
                        </a:rPr>
                        <a:t>-  </a:t>
                      </a:r>
                    </a:p>
                  </a:txBody>
                  <a:tcPr marL="0" marR="0" marT="63500" marB="63500" anchor="ctr">
                    <a:lnL w="12700" cap="flat" cmpd="sng" algn="ctr">
                      <a:solidFill>
                        <a:srgbClr val="FFFFFF">
                          <a:alpha val="100000"/>
                        </a:srgbClr>
                      </a:solidFill>
                      <a:prstDash val="solid"/>
                    </a:lnL>
                    <a:lnR w="0" cap="flat" cmpd="sng" algn="ctr">
                      <a:no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E9EBF5">
                        <a:alpha val="10000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600" b="0" i="0" u="none" cap="none">
                          <a:solidFill>
                            <a:srgbClr val="000000">
                              <a:alpha val="100000"/>
                            </a:srgbClr>
                          </a:solidFill>
                          <a:latin typeface="Calibri"/>
                          <a:cs typeface="Calibri"/>
                          <a:sym typeface="Calibri"/>
                        </a:rPr>
                        <a:t>Real-time monitoring</a:t>
                      </a:r>
                    </a:p>
                  </a:txBody>
                  <a:tcPr marL="0" marR="0" marT="63500" marB="63500" anchor="ctr">
                    <a:lnL w="0" cap="flat" cmpd="sng" algn="ctr">
                      <a:no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CFD5EA">
                        <a:alpha val="100000"/>
                      </a:srgbClr>
                    </a:solidFill>
                  </a:tcPr>
                </a:tc>
                <a:tc>
                  <a:txBody>
                    <a:bodyPr/>
                    <a:lstStyle/>
                    <a:p>
                      <a:pPr marL="63500" marR="63500" lvl="0" indent="0" algn="l" defTabSz="685800" rtl="0" eaLnBrk="1" fontAlgn="auto" latinLnBrk="0" hangingPunct="1">
                        <a:lnSpc>
                          <a:spcPct val="100000"/>
                        </a:lnSpc>
                        <a:spcBef>
                          <a:spcPts val="500"/>
                        </a:spcBef>
                        <a:spcAft>
                          <a:spcPts val="500"/>
                        </a:spcAft>
                        <a:buClrTx/>
                        <a:buSzTx/>
                        <a:buFontTx/>
                        <a:buNone/>
                        <a:tabLst/>
                        <a:defRPr/>
                      </a:pPr>
                      <a:r>
                        <a:rPr lang="en-US" sz="1600" b="0" i="0" u="none" cap="none">
                          <a:solidFill>
                            <a:srgbClr val="000000">
                              <a:alpha val="100000"/>
                            </a:srgbClr>
                          </a:solidFill>
                          <a:latin typeface="+mn-lt"/>
                          <a:cs typeface="Calibri"/>
                          <a:sym typeface="Calibri"/>
                        </a:rPr>
                        <a:t>-  </a:t>
                      </a:r>
                    </a:p>
                  </a:txBody>
                  <a:tcPr marL="0" marR="0" marT="63500" marB="63500" anchor="ctr">
                    <a:lnL w="12700" cap="flat" cmpd="sng" algn="ctr">
                      <a:solidFill>
                        <a:srgbClr val="FFFFFF">
                          <a:alpha val="100000"/>
                        </a:srgbClr>
                      </a:solidFill>
                      <a:prstDash val="solid"/>
                    </a:lnL>
                    <a:lnR w="0" cap="flat" cmpd="sng" algn="ctr">
                      <a:no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CFD5EA">
                        <a:alpha val="10000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600" b="0" i="0" u="none" cap="none">
                          <a:solidFill>
                            <a:srgbClr val="000000">
                              <a:alpha val="100000"/>
                            </a:srgbClr>
                          </a:solidFill>
                          <a:latin typeface="Calibri"/>
                          <a:cs typeface="Calibri"/>
                          <a:sym typeface="Calibri"/>
                        </a:rPr>
                        <a:t>Shared for awareness</a:t>
                      </a:r>
                    </a:p>
                  </a:txBody>
                  <a:tcPr marL="0" marR="0" marT="63500" marB="63500" anchor="ctr">
                    <a:lnL w="0" cap="flat" cmpd="sng" algn="ctr">
                      <a:no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E9EBF5">
                        <a:alpha val="100000"/>
                      </a:srgbClr>
                    </a:solidFill>
                  </a:tcPr>
                </a:tc>
                <a:tc>
                  <a:txBody>
                    <a:bodyPr/>
                    <a:lstStyle/>
                    <a:p>
                      <a:pPr marL="63500" marR="63500" lvl="0" indent="0" algn="l" defTabSz="685800" rtl="0" eaLnBrk="1" fontAlgn="auto" latinLnBrk="0" hangingPunct="1">
                        <a:lnSpc>
                          <a:spcPct val="100000"/>
                        </a:lnSpc>
                        <a:spcBef>
                          <a:spcPts val="500"/>
                        </a:spcBef>
                        <a:spcAft>
                          <a:spcPts val="500"/>
                        </a:spcAft>
                        <a:buClrTx/>
                        <a:buSzTx/>
                        <a:buFontTx/>
                        <a:buNone/>
                        <a:tabLst/>
                        <a:defRPr/>
                      </a:pPr>
                      <a:r>
                        <a:rPr lang="en-US" sz="1600" b="0" i="0" u="none" cap="none">
                          <a:solidFill>
                            <a:srgbClr val="000000">
                              <a:alpha val="100000"/>
                            </a:srgbClr>
                          </a:solidFill>
                          <a:latin typeface="+mn-lt"/>
                          <a:cs typeface="Calibri"/>
                          <a:sym typeface="Calibri"/>
                        </a:rPr>
                        <a:t>-  </a:t>
                      </a:r>
                    </a:p>
                  </a:txBody>
                  <a:tcPr marL="0" marR="0" marT="63500" marB="63500" anchor="ctr">
                    <a:lnL w="12700" cap="flat" cmpd="sng" algn="ctr">
                      <a:solidFill>
                        <a:srgbClr val="FFFFFF">
                          <a:alpha val="100000"/>
                        </a:srgbClr>
                      </a:solidFill>
                      <a:prstDash val="solid"/>
                    </a:lnL>
                    <a:lnR w="0" cap="flat" cmpd="sng" algn="ctr">
                      <a:noFill/>
                      <a:prstDash val="solid"/>
                    </a:lnR>
                    <a:lnT w="12700" cap="flat" cmpd="sng" algn="ctr">
                      <a:solidFill>
                        <a:srgbClr val="FFFFFF">
                          <a:alpha val="100000"/>
                        </a:srgbClr>
                      </a:solidFill>
                      <a:prstDash val="solid"/>
                    </a:lnT>
                    <a:lnB w="12700" cap="flat" cmpd="sng" algn="ctr">
                      <a:solidFill>
                        <a:srgbClr val="FFFFFF">
                          <a:alpha val="100000"/>
                        </a:srgbClr>
                      </a:solidFill>
                      <a:prstDash val="solid"/>
                    </a:lnB>
                    <a:solidFill>
                      <a:srgbClr val="E9EBF5">
                        <a:alpha val="10000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lang="en-US" sz="1600" b="0" i="0" u="none" cap="none">
                          <a:solidFill>
                            <a:schemeClr val="tx1">
                              <a:lumMod val="95000"/>
                              <a:lumOff val="5000"/>
                            </a:schemeClr>
                          </a:solidFill>
                          <a:latin typeface="Calibri"/>
                          <a:cs typeface="Calibri"/>
                          <a:sym typeface="Calibri"/>
                        </a:rPr>
                        <a:t>Monitored elsewhere </a:t>
                      </a:r>
                      <a:r>
                        <a:rPr lang="en-US" sz="1200" b="0" i="0" u="none" cap="none">
                          <a:solidFill>
                            <a:schemeClr val="tx1">
                              <a:lumMod val="95000"/>
                              <a:lumOff val="5000"/>
                            </a:schemeClr>
                          </a:solidFill>
                          <a:latin typeface="Calibri"/>
                          <a:cs typeface="Calibri"/>
                          <a:sym typeface="Calibri"/>
                        </a:rPr>
                        <a:t>no HQ PHI escalation needed currently</a:t>
                      </a:r>
                      <a:endParaRPr lang="en-US" sz="1600" b="0" i="0" u="none" cap="none" dirty="0">
                        <a:solidFill>
                          <a:schemeClr val="tx1">
                            <a:lumMod val="95000"/>
                            <a:lumOff val="5000"/>
                          </a:schemeClr>
                        </a:solidFill>
                        <a:latin typeface="Calibri"/>
                        <a:cs typeface="Calibri"/>
                        <a:sym typeface="Calibri"/>
                      </a:endParaRPr>
                    </a:p>
                  </a:txBody>
                  <a:tcPr marL="0" marR="0" marT="63500" marB="63500" anchor="ctr">
                    <a:lnL w="0" cap="flat" cmpd="sng" algn="ctr">
                      <a:noFill/>
                      <a:prstDash val="solid"/>
                    </a:lnL>
                    <a:lnR w="12700" cap="flat" cmpd="sng" algn="ctr">
                      <a:solidFill>
                        <a:srgbClr val="FFFFFF"/>
                      </a:solidFill>
                      <a:prstDash val="solid"/>
                      <a:round/>
                      <a:headEnd type="none" w="med" len="med"/>
                      <a:tailEnd type="none" w="med" len="med"/>
                    </a:lnR>
                    <a:lnT w="12700" cap="flat" cmpd="sng" algn="ctr">
                      <a:solidFill>
                        <a:srgbClr val="FFFFFF">
                          <a:alpha val="100000"/>
                        </a:srgbClr>
                      </a:solidFill>
                      <a:prstDash val="soli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marL="63500" marR="63500" lvl="0" indent="0" algn="l" defTabSz="685800" rtl="0" eaLnBrk="1" fontAlgn="auto" latinLnBrk="0" hangingPunct="1">
                        <a:lnSpc>
                          <a:spcPct val="100000"/>
                        </a:lnSpc>
                        <a:spcBef>
                          <a:spcPts val="500"/>
                        </a:spcBef>
                        <a:spcAft>
                          <a:spcPts val="500"/>
                        </a:spcAft>
                        <a:buClrTx/>
                        <a:buSzTx/>
                        <a:buFontTx/>
                        <a:buNone/>
                        <a:tabLst/>
                        <a:defRPr/>
                      </a:pPr>
                      <a:r>
                        <a:rPr lang="en-US" sz="1600" b="0" i="0" u="none" cap="none">
                          <a:solidFill>
                            <a:srgbClr val="000000">
                              <a:alpha val="100000"/>
                            </a:srgbClr>
                          </a:solidFill>
                          <a:latin typeface="+mn-lt"/>
                          <a:cs typeface="Calibri"/>
                          <a:sym typeface="Calibri"/>
                        </a:rPr>
                        <a:t>-  </a:t>
                      </a:r>
                    </a:p>
                    <a:p>
                      <a:pPr marL="63500" marR="63500" algn="l">
                        <a:lnSpc>
                          <a:spcPct val="100000"/>
                        </a:lnSpc>
                        <a:spcBef>
                          <a:spcPts val="500"/>
                        </a:spcBef>
                        <a:spcAft>
                          <a:spcPts val="500"/>
                        </a:spcAft>
                        <a:buNone/>
                      </a:pPr>
                      <a:endParaRPr sz="1600" b="0" i="0" u="none" cap="none">
                        <a:solidFill>
                          <a:srgbClr val="000000">
                            <a:alpha val="100000"/>
                          </a:srgbClr>
                        </a:solidFill>
                        <a:latin typeface="Calibri"/>
                        <a:cs typeface="Calibri"/>
                        <a:sym typeface="Calibri"/>
                      </a:endParaRPr>
                    </a:p>
                  </a:txBody>
                  <a:tcPr marL="0" marR="0" marT="63500" marB="63500" anchor="ctr">
                    <a:lnL w="12700" cap="flat" cmpd="sng" algn="ctr">
                      <a:solidFill>
                        <a:srgbClr val="FFFFFF"/>
                      </a:solidFill>
                      <a:prstDash val="solid"/>
                      <a:round/>
                      <a:headEnd type="none" w="med" len="med"/>
                      <a:tailEnd type="none" w="med" len="med"/>
                    </a:lnL>
                    <a:lnR w="0" cap="flat" cmpd="sng" algn="ctr">
                      <a:noFill/>
                      <a:prstDash val="solid"/>
                    </a:lnR>
                    <a:lnT w="12700" cap="flat" cmpd="sng" algn="ctr">
                      <a:solidFill>
                        <a:srgbClr val="FFFFFF">
                          <a:alpha val="100000"/>
                        </a:srgbClr>
                      </a:solidFill>
                      <a:prstDash val="soli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2607739268"/>
                  </a:ext>
                </a:extLst>
              </a:tr>
              <a:tr h="228600">
                <a:tc>
                  <a:txBody>
                    <a:bodyPr/>
                    <a:lstStyle/>
                    <a:p>
                      <a:pPr marL="63500" marR="63500" algn="l">
                        <a:lnSpc>
                          <a:spcPct val="100000"/>
                        </a:lnSpc>
                        <a:spcBef>
                          <a:spcPts val="500"/>
                        </a:spcBef>
                        <a:spcAft>
                          <a:spcPts val="500"/>
                        </a:spcAft>
                        <a:buNone/>
                      </a:pPr>
                      <a:r>
                        <a:rPr sz="1600" b="0" i="0" u="none" cap="none">
                          <a:solidFill>
                            <a:srgbClr val="000000">
                              <a:alpha val="100000"/>
                            </a:srgbClr>
                          </a:solidFill>
                          <a:latin typeface="Calibri"/>
                          <a:cs typeface="Calibri"/>
                          <a:sym typeface="Calibri"/>
                        </a:rPr>
                        <a:t>Discard for HQ PHI</a:t>
                      </a:r>
                    </a:p>
                  </a:txBody>
                  <a:tcPr marL="0" marR="0" marT="63500" marB="63500" anchor="ctr">
                    <a:lnL w="0" cap="flat" cmpd="sng" algn="ctr">
                      <a:no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0" cap="flat" cmpd="sng" algn="ctr">
                      <a:noFill/>
                      <a:prstDash val="solid"/>
                    </a:lnB>
                    <a:solidFill>
                      <a:srgbClr val="CFD5EA">
                        <a:alpha val="100000"/>
                      </a:srgbClr>
                    </a:solidFill>
                  </a:tcPr>
                </a:tc>
                <a:tc>
                  <a:txBody>
                    <a:bodyPr/>
                    <a:lstStyle/>
                    <a:p>
                      <a:pPr marL="63500" marR="63500" lvl="0" indent="0" algn="l" defTabSz="685800" rtl="0" eaLnBrk="1" fontAlgn="auto" latinLnBrk="0" hangingPunct="1">
                        <a:lnSpc>
                          <a:spcPct val="100000"/>
                        </a:lnSpc>
                        <a:spcBef>
                          <a:spcPts val="500"/>
                        </a:spcBef>
                        <a:spcAft>
                          <a:spcPts val="500"/>
                        </a:spcAft>
                        <a:buClrTx/>
                        <a:buSzTx/>
                        <a:buFontTx/>
                        <a:buNone/>
                        <a:tabLst/>
                        <a:defRPr/>
                      </a:pPr>
                      <a:r>
                        <a:rPr lang="en-US" sz="1600" b="0" i="0" u="none" cap="none">
                          <a:solidFill>
                            <a:srgbClr val="000000">
                              <a:alpha val="100000"/>
                            </a:srgbClr>
                          </a:solidFill>
                          <a:latin typeface="+mn-lt"/>
                          <a:cs typeface="Calibri"/>
                          <a:sym typeface="Calibri"/>
                        </a:rPr>
                        <a:t>-  </a:t>
                      </a:r>
                    </a:p>
                  </a:txBody>
                  <a:tcPr marL="0" marR="0" marT="63500" marB="63500" anchor="ctr">
                    <a:lnL w="12700" cap="flat" cmpd="sng" algn="ctr">
                      <a:solidFill>
                        <a:srgbClr val="FFFFFF">
                          <a:alpha val="100000"/>
                        </a:srgbClr>
                      </a:solidFill>
                      <a:prstDash val="solid"/>
                    </a:lnL>
                    <a:lnR w="0" cap="flat" cmpd="sng" algn="ctr">
                      <a:noFill/>
                      <a:prstDash val="solid"/>
                    </a:lnR>
                    <a:lnT w="12700" cap="flat" cmpd="sng" algn="ctr">
                      <a:solidFill>
                        <a:srgbClr val="FFFFFF">
                          <a:alpha val="100000"/>
                        </a:srgbClr>
                      </a:solidFill>
                      <a:prstDash val="solid"/>
                    </a:lnT>
                    <a:lnB w="0" cap="flat" cmpd="sng" algn="ctr">
                      <a:noFill/>
                      <a:prstDash val="solid"/>
                    </a:lnB>
                    <a:solidFill>
                      <a:srgbClr val="CFD5EA">
                        <a:alpha val="100000"/>
                      </a:srgbClr>
                    </a:solidFill>
                  </a:tcPr>
                </a:tc>
                <a:extLst>
                  <a:ext uri="{0D108BD9-81ED-4DB2-BD59-A6C34878D82A}">
                    <a16:rowId xmlns:a16="http://schemas.microsoft.com/office/drawing/2014/main" val="10006"/>
                  </a:ext>
                </a:extLst>
              </a:tr>
            </a:tbl>
          </a:graphicData>
        </a:graphic>
      </p:graphicFrame>
      <p:graphicFrame>
        <p:nvGraphicFramePr>
          <p:cNvPr id="4" name="Content Placeholder 3"/>
          <p:cNvGraphicFramePr>
            <a:graphicFrameLocks noGrp="1"/>
          </p:cNvGraphicFramePr>
          <p:nvPr>
            <p:extLst>
              <p:ext uri="{D42A27DB-BD31-4B8C-83A1-F6EECF244321}">
                <p14:modId xmlns:p14="http://schemas.microsoft.com/office/powerpoint/2010/main" val="3338070950"/>
              </p:ext>
            </p:extLst>
          </p:nvPr>
        </p:nvGraphicFramePr>
        <p:xfrm>
          <a:off x="6197600" y="1304904"/>
          <a:ext cx="5137200" cy="1203960"/>
        </p:xfrm>
        <a:graphic>
          <a:graphicData uri="http://schemas.openxmlformats.org/drawingml/2006/table">
            <a:tbl>
              <a:tblPr/>
              <a:tblGrid>
                <a:gridCol w="1281600">
                  <a:extLst>
                    <a:ext uri="{9D8B030D-6E8A-4147-A177-3AD203B41FA5}">
                      <a16:colId xmlns:a16="http://schemas.microsoft.com/office/drawing/2014/main" val="20000"/>
                    </a:ext>
                  </a:extLst>
                </a:gridCol>
                <a:gridCol w="20556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tblGrid>
              <a:tr h="228600">
                <a:tc gridSpan="3">
                  <a:txBody>
                    <a:bodyPr/>
                    <a:lstStyle/>
                    <a:p>
                      <a:pPr marL="63500" marR="63500" algn="l">
                        <a:lnSpc>
                          <a:spcPct val="100000"/>
                        </a:lnSpc>
                        <a:spcBef>
                          <a:spcPts val="500"/>
                        </a:spcBef>
                        <a:spcAft>
                          <a:spcPts val="500"/>
                        </a:spcAft>
                        <a:buNone/>
                      </a:pPr>
                      <a:r>
                        <a:rPr sz="1800" b="1" i="0" u="none" cap="none">
                          <a:solidFill>
                            <a:srgbClr val="000000">
                              <a:alpha val="100000"/>
                            </a:srgbClr>
                          </a:solidFill>
                          <a:latin typeface="Calibri"/>
                          <a:cs typeface="Calibri"/>
                          <a:sym typeface="Calibri"/>
                        </a:rPr>
                        <a:t>New events in EMS (N=</a:t>
                      </a:r>
                      <a:r>
                        <a:rPr lang="en-US" sz="1800" b="1" i="0" u="none" cap="none">
                          <a:solidFill>
                            <a:srgbClr val="000000">
                              <a:alpha val="100000"/>
                            </a:srgbClr>
                          </a:solidFill>
                          <a:latin typeface="Calibri"/>
                          <a:cs typeface="Calibri"/>
                          <a:sym typeface="Calibri"/>
                        </a:rPr>
                        <a:t>0</a:t>
                      </a:r>
                      <a:r>
                        <a:rPr sz="1800" b="1" i="0" u="none" cap="none">
                          <a:solidFill>
                            <a:srgbClr val="000000">
                              <a:alpha val="100000"/>
                            </a:srgbClr>
                          </a:solidFill>
                          <a:latin typeface="Calibri"/>
                          <a:cs typeface="Calibri"/>
                          <a:sym typeface="Calibri"/>
                        </a:rPr>
                        <a:t>)</a:t>
                      </a:r>
                    </a:p>
                  </a:txBody>
                  <a:tcPr marL="0" marR="0" marT="63500" marB="63500" anchor="ctr">
                    <a:lnL w="0" cap="flat" cmpd="sng" algn="ctr">
                      <a:noFill/>
                      <a:prstDash val="solid"/>
                    </a:lnL>
                    <a:lnR w="0" cap="flat" cmpd="sng" algn="ctr">
                      <a:noFill/>
                      <a:prstDash val="solid"/>
                    </a:lnR>
                    <a:lnT w="0" cap="flat" cmpd="sng" algn="ctr">
                      <a:noFill/>
                      <a:prstDash val="solid"/>
                    </a:lnT>
                    <a:lnB w="12700" cap="flat" cmpd="sng" algn="ctr">
                      <a:solidFill>
                        <a:srgbClr val="FFFFFF">
                          <a:alpha val="100000"/>
                        </a:srgbClr>
                      </a:solid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800" b="1" i="0" u="none" cap="none">
                          <a:solidFill>
                            <a:srgbClr val="000000">
                              <a:alpha val="100000"/>
                            </a:srgbClr>
                          </a:solidFill>
                          <a:latin typeface="Calibri"/>
                          <a:cs typeface="Calibri"/>
                          <a:sym typeface="Calibri"/>
                        </a:rPr>
                        <a:t>New events in EMS (N=1)</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0" cap="flat" cmpd="sng" algn="ctr">
                      <a:noFill/>
                      <a:prstDash val="solid"/>
                    </a:lnT>
                    <a:lnB w="12700" cap="flat" cmpd="sng" algn="ctr">
                      <a:solidFill>
                        <a:srgbClr val="FFFFFF">
                          <a:alpha val="100000"/>
                        </a:srgbClr>
                      </a:solid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800" b="1" i="0" u="none" cap="none">
                          <a:solidFill>
                            <a:srgbClr val="000000">
                              <a:alpha val="100000"/>
                            </a:srgbClr>
                          </a:solidFill>
                          <a:latin typeface="Calibri"/>
                          <a:cs typeface="Calibri"/>
                          <a:sym typeface="Calibri"/>
                        </a:rPr>
                        <a:t>New events in EMS (N=1)</a:t>
                      </a:r>
                    </a:p>
                  </a:txBody>
                  <a:tcPr marL="0" marR="0" marT="63500" marB="63500" anchor="ctr">
                    <a:lnL w="12700" cap="flat" cmpd="sng" algn="ctr">
                      <a:solidFill>
                        <a:srgbClr val="FFFFFF">
                          <a:alpha val="100000"/>
                        </a:srgbClr>
                      </a:solidFill>
                      <a:prstDash val="solid"/>
                    </a:lnL>
                    <a:lnR w="0" cap="flat" cmpd="sng" algn="ctr">
                      <a:noFill/>
                      <a:prstDash val="solid"/>
                    </a:lnR>
                    <a:lnT w="0" cap="flat" cmpd="sng" algn="ctr">
                      <a:noFill/>
                      <a:prstDash val="solid"/>
                    </a:lnT>
                    <a:lnB w="12700" cap="flat" cmpd="sng" algn="ctr">
                      <a:solidFill>
                        <a:srgbClr val="FFFFFF">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500"/>
                        </a:spcBef>
                        <a:spcAft>
                          <a:spcPts val="500"/>
                        </a:spcAft>
                        <a:buNone/>
                      </a:pPr>
                      <a:r>
                        <a:rPr sz="1800" b="1" i="0" u="none" cap="none">
                          <a:solidFill>
                            <a:srgbClr val="FFFFFF">
                              <a:alpha val="100000"/>
                            </a:srgbClr>
                          </a:solidFill>
                          <a:latin typeface="Calibri"/>
                          <a:cs typeface="Calibri"/>
                          <a:sym typeface="Calibri"/>
                        </a:rPr>
                        <a:t>Event ID</a:t>
                      </a:r>
                    </a:p>
                  </a:txBody>
                  <a:tcPr marL="0" marR="0" marT="63500" marB="63500" anchor="ctr">
                    <a:lnL w="0" cap="flat" cmpd="sng" algn="ctr">
                      <a:no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38100" cap="flat" cmpd="sng" algn="ctr">
                      <a:solidFill>
                        <a:srgbClr val="FFFFFF">
                          <a:alpha val="100000"/>
                        </a:srgbClr>
                      </a:solidFill>
                      <a:prstDash val="solid"/>
                    </a:lnB>
                    <a:solidFill>
                      <a:srgbClr val="4472C4">
                        <a:alpha val="100000"/>
                      </a:srgbClr>
                    </a:solidFill>
                  </a:tcPr>
                </a:tc>
                <a:tc>
                  <a:txBody>
                    <a:bodyPr/>
                    <a:lstStyle/>
                    <a:p>
                      <a:pPr marL="63500" marR="63500" algn="l">
                        <a:lnSpc>
                          <a:spcPct val="100000"/>
                        </a:lnSpc>
                        <a:spcBef>
                          <a:spcPts val="500"/>
                        </a:spcBef>
                        <a:spcAft>
                          <a:spcPts val="500"/>
                        </a:spcAft>
                        <a:buNone/>
                      </a:pPr>
                      <a:r>
                        <a:rPr sz="1800" b="1" i="0" u="none" cap="none">
                          <a:solidFill>
                            <a:srgbClr val="FFFFFF">
                              <a:alpha val="100000"/>
                            </a:srgbClr>
                          </a:solidFill>
                          <a:latin typeface="Calibri"/>
                          <a:cs typeface="Calibri"/>
                          <a:sym typeface="Calibri"/>
                        </a:rPr>
                        <a:t>Disease/Condition</a:t>
                      </a: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12700" cap="flat" cmpd="sng" algn="ctr">
                      <a:solidFill>
                        <a:srgbClr val="FFFFFF">
                          <a:alpha val="100000"/>
                        </a:srgbClr>
                      </a:solidFill>
                      <a:prstDash val="solid"/>
                    </a:lnT>
                    <a:lnB w="38100" cap="flat" cmpd="sng" algn="ctr">
                      <a:solidFill>
                        <a:srgbClr val="FFFFFF">
                          <a:alpha val="100000"/>
                        </a:srgbClr>
                      </a:solidFill>
                      <a:prstDash val="solid"/>
                    </a:lnB>
                    <a:solidFill>
                      <a:srgbClr val="4472C4">
                        <a:alpha val="100000"/>
                      </a:srgbClr>
                    </a:solidFill>
                  </a:tcPr>
                </a:tc>
                <a:tc>
                  <a:txBody>
                    <a:bodyPr/>
                    <a:lstStyle/>
                    <a:p>
                      <a:pPr marL="63500" marR="63500" algn="l">
                        <a:lnSpc>
                          <a:spcPct val="100000"/>
                        </a:lnSpc>
                        <a:spcBef>
                          <a:spcPts val="500"/>
                        </a:spcBef>
                        <a:spcAft>
                          <a:spcPts val="500"/>
                        </a:spcAft>
                        <a:buNone/>
                      </a:pPr>
                      <a:r>
                        <a:rPr sz="1800" b="1" i="0" u="none" cap="none">
                          <a:solidFill>
                            <a:srgbClr val="FFFFFF">
                              <a:alpha val="100000"/>
                            </a:srgbClr>
                          </a:solidFill>
                          <a:latin typeface="Calibri"/>
                          <a:cs typeface="Calibri"/>
                          <a:sym typeface="Calibri"/>
                        </a:rPr>
                        <a:t>Country</a:t>
                      </a:r>
                    </a:p>
                  </a:txBody>
                  <a:tcPr marL="0" marR="0" marT="63500" marB="63500" anchor="ctr">
                    <a:lnL w="12700" cap="flat" cmpd="sng" algn="ctr">
                      <a:solidFill>
                        <a:srgbClr val="FFFFFF">
                          <a:alpha val="100000"/>
                        </a:srgbClr>
                      </a:solidFill>
                      <a:prstDash val="solid"/>
                    </a:lnL>
                    <a:lnR w="0" cap="flat" cmpd="sng" algn="ctr">
                      <a:noFill/>
                      <a:prstDash val="solid"/>
                    </a:lnR>
                    <a:lnT w="12700" cap="flat" cmpd="sng" algn="ctr">
                      <a:solidFill>
                        <a:srgbClr val="FFFFFF">
                          <a:alpha val="100000"/>
                        </a:srgbClr>
                      </a:solidFill>
                      <a:prstDash val="solid"/>
                    </a:lnT>
                    <a:lnB w="38100" cap="flat" cmpd="sng" algn="ctr">
                      <a:solidFill>
                        <a:srgbClr val="FFFFFF">
                          <a:alpha val="100000"/>
                        </a:srgbClr>
                      </a:solidFill>
                      <a:prstDash val="solid"/>
                    </a:lnB>
                    <a:solidFill>
                      <a:srgbClr val="4472C4">
                        <a:alpha val="10000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endParaRPr sz="1800" b="0" i="0" u="none" cap="none">
                        <a:solidFill>
                          <a:srgbClr val="000000">
                            <a:alpha val="100000"/>
                          </a:srgbClr>
                        </a:solidFill>
                        <a:latin typeface="Calibri"/>
                        <a:cs typeface="Calibri"/>
                        <a:sym typeface="Calibri"/>
                        <a:hlinkClick r:id="rId2"/>
                      </a:endParaRPr>
                    </a:p>
                  </a:txBody>
                  <a:tcPr marL="0" marR="0" marT="63500" marB="63500" anchor="ctr">
                    <a:lnL w="0" cap="flat" cmpd="sng" algn="ctr">
                      <a:noFill/>
                      <a:prstDash val="solid"/>
                    </a:lnL>
                    <a:lnR w="12700" cap="flat" cmpd="sng" algn="ctr">
                      <a:solidFill>
                        <a:srgbClr val="FFFFFF">
                          <a:alpha val="100000"/>
                        </a:srgbClr>
                      </a:solidFill>
                      <a:prstDash val="solid"/>
                    </a:lnR>
                    <a:lnT w="38100" cap="flat" cmpd="sng" algn="ctr">
                      <a:solidFill>
                        <a:srgbClr val="FFFFFF"/>
                      </a:solidFill>
                      <a:prstDash val="solid"/>
                      <a:round/>
                      <a:headEnd type="none" w="med" len="med"/>
                      <a:tailEnd type="none" w="med" len="med"/>
                    </a:lnT>
                    <a:lnB w="0" cap="flat" cmpd="sng" algn="ctr">
                      <a:noFill/>
                      <a:prstDash val="solid"/>
                    </a:lnB>
                    <a:solidFill>
                      <a:srgbClr val="CFD5EA">
                        <a:alpha val="100000"/>
                      </a:srgbClr>
                    </a:solidFill>
                  </a:tcPr>
                </a:tc>
                <a:tc>
                  <a:txBody>
                    <a:bodyPr/>
                    <a:lstStyle/>
                    <a:p>
                      <a:pPr marL="63500" marR="63500" algn="l">
                        <a:lnSpc>
                          <a:spcPct val="100000"/>
                        </a:lnSpc>
                        <a:spcBef>
                          <a:spcPts val="500"/>
                        </a:spcBef>
                        <a:spcAft>
                          <a:spcPts val="500"/>
                        </a:spcAft>
                        <a:buNone/>
                      </a:pPr>
                      <a:endParaRPr sz="1800" b="0" i="0" u="none" cap="none">
                        <a:solidFill>
                          <a:srgbClr val="000000">
                            <a:alpha val="100000"/>
                          </a:srgbClr>
                        </a:solidFill>
                        <a:latin typeface="Calibri"/>
                        <a:cs typeface="Calibri"/>
                        <a:sym typeface="Calibri"/>
                      </a:endParaRPr>
                    </a:p>
                  </a:txBody>
                  <a:tcPr marL="0" marR="0" marT="63500" marB="63500" anchor="ctr">
                    <a:lnL w="12700" cap="flat" cmpd="sng" algn="ctr">
                      <a:solidFill>
                        <a:srgbClr val="FFFFFF">
                          <a:alpha val="100000"/>
                        </a:srgbClr>
                      </a:solidFill>
                      <a:prstDash val="solid"/>
                    </a:lnL>
                    <a:lnR w="12700" cap="flat" cmpd="sng" algn="ctr">
                      <a:solidFill>
                        <a:srgbClr val="FFFFFF">
                          <a:alpha val="100000"/>
                        </a:srgbClr>
                      </a:solidFill>
                      <a:prstDash val="solid"/>
                    </a:lnR>
                    <a:lnT w="38100" cap="flat" cmpd="sng" algn="ctr">
                      <a:solidFill>
                        <a:srgbClr val="FFFFFF"/>
                      </a:solidFill>
                      <a:prstDash val="solid"/>
                      <a:round/>
                      <a:headEnd type="none" w="med" len="med"/>
                      <a:tailEnd type="none" w="med" len="med"/>
                    </a:lnT>
                    <a:lnB w="0" cap="flat" cmpd="sng" algn="ctr">
                      <a:noFill/>
                      <a:prstDash val="solid"/>
                    </a:lnB>
                    <a:solidFill>
                      <a:srgbClr val="CFD5EA">
                        <a:alpha val="100000"/>
                      </a:srgbClr>
                    </a:solidFill>
                  </a:tcPr>
                </a:tc>
                <a:tc>
                  <a:txBody>
                    <a:bodyPr/>
                    <a:lstStyle/>
                    <a:p>
                      <a:pPr marL="63500" marR="63500" algn="l">
                        <a:lnSpc>
                          <a:spcPct val="100000"/>
                        </a:lnSpc>
                        <a:spcBef>
                          <a:spcPts val="500"/>
                        </a:spcBef>
                        <a:spcAft>
                          <a:spcPts val="500"/>
                        </a:spcAft>
                        <a:buNone/>
                      </a:pPr>
                      <a:endParaRPr sz="1800" b="0" i="0" u="none" cap="none">
                        <a:solidFill>
                          <a:srgbClr val="000000">
                            <a:alpha val="100000"/>
                          </a:srgbClr>
                        </a:solidFill>
                        <a:latin typeface="Calibri"/>
                        <a:cs typeface="Calibri"/>
                        <a:sym typeface="Calibri"/>
                      </a:endParaRPr>
                    </a:p>
                  </a:txBody>
                  <a:tcPr marL="0" marR="0" marT="63500" marB="63500" anchor="ctr">
                    <a:lnL w="12700" cap="flat" cmpd="sng" algn="ctr">
                      <a:solidFill>
                        <a:srgbClr val="FFFFFF">
                          <a:alpha val="100000"/>
                        </a:srgbClr>
                      </a:solidFill>
                      <a:prstDash val="solid"/>
                    </a:lnL>
                    <a:lnR w="0" cap="flat" cmpd="sng" algn="ctr">
                      <a:noFill/>
                      <a:prstDash val="solid"/>
                    </a:lnR>
                    <a:lnT w="38100" cap="flat" cmpd="sng" algn="ctr">
                      <a:solidFill>
                        <a:srgbClr val="FFFFFF"/>
                      </a:solidFill>
                      <a:prstDash val="solid"/>
                      <a:round/>
                      <a:headEnd type="none" w="med" len="med"/>
                      <a:tailEnd type="none" w="med" len="med"/>
                    </a:lnT>
                    <a:lnB w="0" cap="flat" cmpd="sng" algn="ctr">
                      <a:noFill/>
                      <a:prstDash val="solid"/>
                    </a:lnB>
                    <a:solidFill>
                      <a:srgbClr val="CFD5EA">
                        <a:alpha val="100000"/>
                      </a:srgbClr>
                    </a:solidFill>
                  </a:tcPr>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F88587AD-C080-5B45-5FBC-98DD08580213}"/>
              </a:ext>
            </a:extLst>
          </p:cNvPr>
          <p:cNvSpPr txBox="1"/>
          <p:nvPr/>
        </p:nvSpPr>
        <p:spPr>
          <a:xfrm>
            <a:off x="5882185" y="5670775"/>
            <a:ext cx="6432718" cy="553998"/>
          </a:xfrm>
          <a:prstGeom prst="rect">
            <a:avLst/>
          </a:prstGeom>
          <a:noFill/>
        </p:spPr>
        <p:txBody>
          <a:bodyPr wrap="square" rtlCol="0">
            <a:spAutoFit/>
          </a:bodyPr>
          <a:lstStyle/>
          <a:p>
            <a:r>
              <a:rPr lang="en-US" sz="1600" b="1" dirty="0">
                <a:solidFill>
                  <a:schemeClr val="tx1">
                    <a:lumMod val="95000"/>
                    <a:lumOff val="5000"/>
                  </a:schemeClr>
                </a:solidFill>
              </a:rPr>
              <a:t>Note</a:t>
            </a:r>
            <a:r>
              <a:rPr lang="en-US" sz="1600" dirty="0">
                <a:solidFill>
                  <a:schemeClr val="tx1">
                    <a:lumMod val="95000"/>
                    <a:lumOff val="5000"/>
                  </a:schemeClr>
                </a:solidFill>
              </a:rPr>
              <a:t>: </a:t>
            </a:r>
            <a:r>
              <a:rPr lang="en-US" sz="1400" dirty="0">
                <a:effectLst/>
                <a:latin typeface="Aptos" panose="020B0004020202020204" pitchFamily="34" charset="0"/>
                <a:ea typeface="Calibri" panose="020F0502020204030204" pitchFamily="34" charset="0"/>
              </a:rPr>
              <a:t>There can be several actions related to one signal/event, therefore a signal/event can be reflected more than once on this slide and on multiple days</a:t>
            </a:r>
            <a:r>
              <a:rPr lang="en-US" sz="1400" dirty="0"/>
              <a: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2400" b="1" i="0" u="none" cap="none">
                <a:solidFill>
                  <a:srgbClr val="FFFFFF">
                    <a:alpha val="100000"/>
                  </a:srgbClr>
                </a:solidFill>
                <a:latin typeface="Segoe Condensed"/>
                <a:cs typeface="Segoe Condensed"/>
                <a:sym typeface="Segoe Condensed"/>
              </a:rPr>
              <a:t>Signals under real time monitoring (RTM) in the last 14 days</a:t>
            </a:r>
          </a:p>
          <a:p>
            <a:r>
              <a:rPr sz="1400" b="1" i="0" u="none" cap="none">
                <a:solidFill>
                  <a:srgbClr val="FFFFFF">
                    <a:alpha val="100000"/>
                  </a:srgbClr>
                </a:solidFill>
                <a:latin typeface="Segoe Condensed"/>
                <a:cs typeface="Segoe Condensed"/>
                <a:sym typeface="Segoe Condensed"/>
              </a:rPr>
              <a:t>as of 5pm, 25 Sep 2025</a:t>
            </a:r>
          </a:p>
          <a:p>
            <a:r>
              <a:rPr sz="1100" b="0" i="0" u="none" cap="none">
                <a:solidFill>
                  <a:srgbClr val="FFFFFF">
                    <a:alpha val="100000"/>
                  </a:srgbClr>
                </a:solidFill>
                <a:latin typeface="Segoe Condensed"/>
                <a:cs typeface="Segoe Condensed"/>
                <a:sym typeface="Segoe Condensed"/>
              </a:rPr>
              <a:t>This slide only reflects the information that has been acted upon by the HQ PHI unit and does not reflect work being undertaken by other teams at HQ or across the other levels of the organization</a:t>
            </a:r>
          </a:p>
        </p:txBody>
      </p:sp>
      <p:sp>
        <p:nvSpPr>
          <p:cNvPr id="3" name="text_body"/>
          <p:cNvSpPr>
            <a:spLocks noGrp="1"/>
          </p:cNvSpPr>
          <p:nvPr>
            <p:ph idx="1"/>
          </p:nvPr>
        </p:nvSpPr>
        <p:spPr>
          <a:xfrm>
            <a:off x="609600" y="1600203"/>
            <a:ext cx="10972800" cy="4525963"/>
          </a:xfrm>
        </p:spPr>
        <p:txBody>
          <a:bodyPr/>
          <a:lstStyle/>
          <a:p>
            <a:r>
              <a:rPr dirty="0"/>
              <a:t>-  </a:t>
            </a:r>
            <a:r>
              <a:rPr lang="en-US" dirty="0"/>
              <a:t>Diphtheria</a:t>
            </a:r>
            <a:r>
              <a:rPr dirty="0"/>
              <a:t> (suspected), Mali
-  Flood, India
-  Respiratory illness (suspected), Peru
-  Tropical cyclone, Philippines
-  Tropical cyclone, Viet Nam
-  Typhoon, China
-  Typhoon, China, Hong Kong SAR
-  Typhoon, China, Macao SAR
-  Typhoon, Philippines
-  Typhoon, Taiwan, China
-  Typhoon, Viet Nam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3300" b="1" i="0" u="none" cap="none">
                <a:solidFill>
                  <a:srgbClr val="FFFFFF">
                    <a:alpha val="100000"/>
                  </a:srgbClr>
                </a:solidFill>
                <a:latin typeface="Segoe Condensed"/>
                <a:cs typeface="Segoe Condensed"/>
                <a:sym typeface="Segoe Condensed"/>
              </a:rPr>
              <a:t>List of signals/events in the past 24 hours</a:t>
            </a:r>
          </a:p>
          <a:p>
            <a:r>
              <a:rPr sz="1600" b="1" i="0" u="none" cap="none">
                <a:solidFill>
                  <a:srgbClr val="FFFFFF">
                    <a:alpha val="100000"/>
                  </a:srgbClr>
                </a:solidFill>
                <a:latin typeface="Segoe Condensed"/>
                <a:cs typeface="Segoe Condensed"/>
                <a:sym typeface="Segoe Condensed"/>
              </a:rPr>
              <a:t>as of 5pm, 25 Sep 2025</a:t>
            </a:r>
          </a:p>
        </p:txBody>
      </p:sp>
      <p:sp>
        <p:nvSpPr>
          <p:cNvPr id="3" name="text_body"/>
          <p:cNvSpPr>
            <a:spLocks noGrp="1"/>
          </p:cNvSpPr>
          <p:nvPr>
            <p:ph idx="1"/>
          </p:nvPr>
        </p:nvSpPr>
        <p:spPr>
          <a:xfrm>
            <a:off x="609600" y="1600203"/>
            <a:ext cx="10972800" cy="4525963"/>
          </a:xfrm>
        </p:spPr>
        <p:txBody>
          <a:bodyPr/>
          <a:lstStyle/>
          <a:p>
            <a:r>
              <a:rPr sz="2800" b="0" i="0" u="none" cap="none">
                <a:solidFill>
                  <a:srgbClr val="000000">
                    <a:alpha val="100000"/>
                  </a:srgbClr>
                </a:solidFill>
                <a:latin typeface="Segoe Condensed"/>
                <a:cs typeface="Segoe Condensed"/>
                <a:sym typeface="Segoe Condensed"/>
              </a:rPr>
              <a:t>No relevant signals/events for this forum.</a:t>
            </a:r>
          </a:p>
        </p:txBody>
      </p:sp>
      <p:sp>
        <p:nvSpPr>
          <p:cNvPr id="4" name="TextBox 3">
            <a:extLst>
              <a:ext uri="{FF2B5EF4-FFF2-40B4-BE49-F238E27FC236}">
                <a16:creationId xmlns:a16="http://schemas.microsoft.com/office/drawing/2014/main" id="{5D35BD7D-4A30-BB27-7B56-4527A0532ED8}"/>
              </a:ext>
            </a:extLst>
          </p:cNvPr>
          <p:cNvSpPr txBox="1"/>
          <p:nvPr/>
        </p:nvSpPr>
        <p:spPr>
          <a:xfrm>
            <a:off x="2076734" y="5649333"/>
            <a:ext cx="8038532" cy="369332"/>
          </a:xfrm>
          <a:prstGeom prst="rect">
            <a:avLst/>
          </a:prstGeom>
          <a:noFill/>
        </p:spPr>
        <p:txBody>
          <a:bodyPr wrap="square" rtlCol="0">
            <a:spAutoFit/>
          </a:bodyPr>
          <a:lstStyle/>
          <a:p>
            <a:pPr algn="ctr"/>
            <a:r>
              <a:rPr lang="en-US" dirty="0"/>
              <a:t>Please share any signals of a public health event with </a:t>
            </a:r>
            <a:r>
              <a:rPr lang="en-US" u="sng" dirty="0">
                <a:solidFill>
                  <a:srgbClr val="0070C0"/>
                </a:solidFill>
              </a:rPr>
              <a:t>outbreak@who.int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US" dirty="0"/>
              <a:t>Categorization definitions</a:t>
            </a:r>
          </a:p>
        </p:txBody>
      </p:sp>
      <p:sp>
        <p:nvSpPr>
          <p:cNvPr id="3"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384543"/>
            <a:ext cx="10972800" cy="4525963"/>
          </a:xfrm>
        </p:spPr>
        <p:txBody>
          <a:bodyPr vert="horz" lIns="91440" tIns="45720" rIns="91440" bIns="45720" rtlCol="0" anchor="t">
            <a:normAutofit fontScale="92500" lnSpcReduction="20000"/>
          </a:bodyPr>
          <a:lstStyle/>
          <a:p>
            <a:r>
              <a:rPr lang="en-US" sz="2000" u="sng" dirty="0"/>
              <a:t>Verification</a:t>
            </a:r>
            <a:r>
              <a:rPr lang="en-US" sz="2000" dirty="0"/>
              <a:t>: a signal triaged for verification requires additional information for the purpose of verification from the IHR NFP via the respective RO. </a:t>
            </a:r>
          </a:p>
          <a:p>
            <a:r>
              <a:rPr lang="en-US" sz="2000" u="sng" dirty="0"/>
              <a:t>Request for information (RFI):</a:t>
            </a:r>
            <a:r>
              <a:rPr lang="en-US" sz="2000" dirty="0"/>
              <a:t> a signal triaged for RFI requires additional information for risk assessment. This information may be required from the respective RO, TT or relevant partners (e.g., GLEWS+, UNICEF, GOARN).</a:t>
            </a:r>
            <a:endParaRPr lang="en-US" sz="2000" u="sng" dirty="0"/>
          </a:p>
          <a:p>
            <a:r>
              <a:rPr lang="en-US" sz="2000" u="sng" dirty="0"/>
              <a:t>Real-time monitoring (RTM)</a:t>
            </a:r>
            <a:r>
              <a:rPr lang="en-US" sz="2000" dirty="0"/>
              <a:t>: a potential-signal triaged for RTM is shared with the hazard focal points within PHI unit and the hazard focal points will reassess status at least weekly based on targeted search.</a:t>
            </a:r>
            <a:endParaRPr lang="en-US" sz="2000" strike="sngStrike" dirty="0">
              <a:cs typeface="Calibri"/>
            </a:endParaRPr>
          </a:p>
          <a:p>
            <a:r>
              <a:rPr lang="en-US" sz="2000" u="sng" dirty="0"/>
              <a:t>Shared for awareness (SFA)</a:t>
            </a:r>
            <a:r>
              <a:rPr lang="en-US" sz="2000" dirty="0"/>
              <a:t>: a signal triaged for SFA is shared with TT, RO, and/or relevant partners and requires no further action for HQ PHI – examples include the sharing of information about substandard or falsified medicines with the rapid alert team or sharing of information about a signal affecting children with UNICEF. This may also include an IHR notification received via the RO that is then shared onward for TT awareness.</a:t>
            </a:r>
          </a:p>
          <a:p>
            <a:r>
              <a:rPr lang="en-US" sz="2000" u="sng">
                <a:latin typeface="Segoe Condensed"/>
                <a:cs typeface="Calibri"/>
              </a:rPr>
              <a:t>Monitored elsewhere (ROs, WCOs, MS, partners) – No HQ PHI escalation needed currently (MENE</a:t>
            </a:r>
            <a:r>
              <a:rPr lang="en-US" sz="2000">
                <a:latin typeface="Segoe Condensed"/>
                <a:cs typeface="Calibri"/>
              </a:rPr>
              <a:t>): </a:t>
            </a:r>
            <a:r>
              <a:rPr lang="en-US" sz="2000">
                <a:latin typeface="Segoe Condensed"/>
              </a:rPr>
              <a:t>a signal triaged for MENE is one that does not require any </a:t>
            </a:r>
            <a:r>
              <a:rPr lang="en-US" sz="2100">
                <a:latin typeface="Segoe Condensed"/>
              </a:rPr>
              <a:t>monitoring or escalation by HQ PHI, at the time of detection, as the signal is already being monitored closely by the RO, WCO, Member State, partners, HQ technical team, or an IMST</a:t>
            </a:r>
            <a:r>
              <a:rPr lang="en-US" sz="2000">
                <a:latin typeface="Segoe Condensed"/>
              </a:rPr>
              <a:t>. </a:t>
            </a:r>
            <a:endParaRPr lang="en-US" sz="2000">
              <a:latin typeface="Segoe Condensed"/>
              <a:cs typeface="Calibri"/>
            </a:endParaRPr>
          </a:p>
          <a:p>
            <a:r>
              <a:rPr lang="en-US" sz="2000" u="sng">
                <a:latin typeface="Segoe Condensed"/>
              </a:rPr>
              <a:t>Discard for HQ PHI (DHQP)</a:t>
            </a:r>
            <a:r>
              <a:rPr lang="en-US" sz="2000">
                <a:latin typeface="Segoe Condensed"/>
              </a:rPr>
              <a:t>: </a:t>
            </a:r>
            <a:r>
              <a:rPr lang="en-US" sz="2100">
                <a:latin typeface="Segoe Condensed"/>
              </a:rPr>
              <a:t>Signals that are already known through official channels, related to animal health only, clearly irrelevant, erroneous, or outdated (e.g., translation errors, duplicate reports, old articles) should be discarded. Importantly, discarding a signal related to an ongoing event does not imply that the event itself is discarded—only that the specific signal is not considered pertinent at the time of assessment.</a:t>
            </a:r>
          </a:p>
        </p:txBody>
      </p:sp>
      <p:sp>
        <p:nvSpPr>
          <p:cNvPr id="4"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11</a:t>
            </a:fld>
            <a:endParaRPr lang="en-US"/>
          </a:p>
        </p:txBody>
      </p:sp>
    </p:spTree>
    <p:extLst>
      <p:ext uri="{BB962C8B-B14F-4D97-AF65-F5344CB8AC3E}">
        <p14:creationId xmlns:p14="http://schemas.microsoft.com/office/powerpoint/2010/main" val="277676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3300" b="1" i="0" u="none" cap="none">
                <a:solidFill>
                  <a:srgbClr val="FFFFFF">
                    <a:alpha val="100000"/>
                  </a:srgbClr>
                </a:solidFill>
                <a:latin typeface="Segoe Condensed"/>
                <a:cs typeface="Segoe Condensed"/>
                <a:sym typeface="Segoe Condensed"/>
              </a:rPr>
              <a:t>Status of products during the current week</a:t>
            </a:r>
          </a:p>
          <a:p>
            <a:r>
              <a:rPr sz="1600" b="1" i="0" u="none" cap="none">
                <a:solidFill>
                  <a:srgbClr val="FFFFFF">
                    <a:alpha val="100000"/>
                  </a:srgbClr>
                </a:solidFill>
                <a:latin typeface="Segoe Condensed"/>
                <a:cs typeface="Segoe Condensed"/>
                <a:sym typeface="Segoe Condensed"/>
              </a:rPr>
              <a:t>From of 19 Sep 2025 to 25 Sep 2025</a:t>
            </a:r>
          </a:p>
        </p:txBody>
      </p:sp>
      <p:graphicFrame>
        <p:nvGraphicFramePr>
          <p:cNvPr id="3" name="text_body"/>
          <p:cNvGraphicFramePr>
            <a:graphicFrameLocks noGrp="1"/>
          </p:cNvGraphicFramePr>
          <p:nvPr>
            <p:extLst>
              <p:ext uri="{D42A27DB-BD31-4B8C-83A1-F6EECF244321}">
                <p14:modId xmlns:p14="http://schemas.microsoft.com/office/powerpoint/2010/main" val="2445314354"/>
              </p:ext>
            </p:extLst>
          </p:nvPr>
        </p:nvGraphicFramePr>
        <p:xfrm>
          <a:off x="609600" y="1600203"/>
          <a:ext cx="10972800" cy="276352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Disease/Hazard/Condition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Country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RRA</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EIS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DON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Sit. Rep</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gridSpan="2">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Published</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endParaRPr sz="1400" b="1"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400" b="1" i="0" u="none" cap="none">
                          <a:solidFill>
                            <a:srgbClr val="000000">
                              <a:alpha val="100000"/>
                            </a:srgbClr>
                          </a:solidFill>
                          <a:latin typeface="Arial"/>
                          <a:cs typeface="Arial"/>
                          <a:sym typeface="Arial"/>
                        </a:rPr>
                        <a:t>0</a:t>
                      </a:r>
                      <a:endParaRPr sz="1400" b="1"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gridSpan="2">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In progress</a:t>
                      </a: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endParaRPr sz="1400" b="1"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400" b="1" i="0" u="none" cap="none">
                          <a:solidFill>
                            <a:srgbClr val="000000">
                              <a:alpha val="100000"/>
                            </a:srgbClr>
                          </a:solidFill>
                          <a:latin typeface="Arial"/>
                          <a:cs typeface="Arial"/>
                          <a:sym typeface="Arial"/>
                        </a:rPr>
                        <a:t>1</a:t>
                      </a:r>
                      <a:endParaRPr sz="1400" b="1"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1</a:t>
                      </a: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400" b="0" i="0" u="none" cap="none">
                          <a:solidFill>
                            <a:srgbClr val="000000">
                              <a:alpha val="100000"/>
                            </a:srgbClr>
                          </a:solidFill>
                          <a:latin typeface="Arial"/>
                          <a:cs typeface="Arial"/>
                          <a:sym typeface="Arial"/>
                        </a:rPr>
                        <a:t>Multi-country outbreak of cholera, External situation report #30</a:t>
                      </a: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400" b="0" i="0" u="none" cap="none">
                          <a:solidFill>
                            <a:srgbClr val="000000">
                              <a:alpha val="100000"/>
                            </a:srgbClr>
                          </a:solidFill>
                          <a:latin typeface="Arial"/>
                          <a:cs typeface="Arial"/>
                          <a:sym typeface="Arial"/>
                        </a:rPr>
                        <a:t>Multicountry</a:t>
                      </a: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a:solidFill>
                            <a:srgbClr val="000000">
                              <a:alpha val="100000"/>
                            </a:srgbClr>
                          </a:solidFill>
                          <a:latin typeface="Arial"/>
                          <a:cs typeface="Arial"/>
                          <a:sym typeface="Arial"/>
                        </a:rPr>
                        <a:t>X</a:t>
                      </a:r>
                    </a:p>
                  </a:txBody>
                  <a:tcPr marL="0" marR="0" marT="63500" marB="63500" anchor="ctr">
                    <a:lnL w="0" cap="flat" cmpd="sng" algn="ctr">
                      <a:noFill/>
                      <a:prstDash val="solid"/>
                    </a:lnL>
                    <a:lnR w="0" cap="flat" cmpd="sng" algn="ctr">
                      <a:noFill/>
                      <a:prstDash val="solid"/>
                    </a:lnR>
                    <a:lnT w="1270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lang="en-US" sz="1400" b="0" i="0" u="none" cap="none">
                          <a:solidFill>
                            <a:srgbClr val="000000">
                              <a:alpha val="100000"/>
                            </a:srgbClr>
                          </a:solidFill>
                          <a:latin typeface="Arial"/>
                          <a:cs typeface="Arial"/>
                          <a:sym typeface="Arial"/>
                        </a:rPr>
                        <a:t>Chikungunya </a:t>
                      </a: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400" b="0" i="0" u="none" cap="none">
                          <a:solidFill>
                            <a:srgbClr val="000000">
                              <a:alpha val="100000"/>
                            </a:srgbClr>
                          </a:solidFill>
                          <a:latin typeface="Arial"/>
                          <a:cs typeface="Arial"/>
                          <a:sym typeface="Arial"/>
                        </a:rPr>
                        <a:t>Global</a:t>
                      </a: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lang="en-US" sz="1400" b="0" i="0" u="none" cap="none">
                          <a:solidFill>
                            <a:srgbClr val="000000">
                              <a:alpha val="100000"/>
                            </a:srgbClr>
                          </a:solidFill>
                          <a:latin typeface="Arial"/>
                          <a:cs typeface="Arial"/>
                          <a:sym typeface="Arial"/>
                        </a:rPr>
                        <a:t>X</a:t>
                      </a: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074813219"/>
                  </a:ext>
                </a:extLst>
              </a:tr>
              <a:tr h="228600">
                <a:tc gridSpan="6">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DejaVu Sans"/>
                          <a:cs typeface="DejaVu Sans"/>
                          <a:sym typeface="DejaVu Sans"/>
                        </a:rPr>
                        <a:t>*Product planned, but not yet started.</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DejaVu Sans"/>
                          <a:cs typeface="DejaVu Sans"/>
                          <a:sym typeface="DejaVu Sans"/>
                        </a:rPr>
                        <a:t>*Product planned, but not yet started.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DejaVu Sans"/>
                          <a:cs typeface="DejaVu Sans"/>
                          <a:sym typeface="DejaVu Sans"/>
                        </a:rPr>
                        <a:t>*Product planned, but not yet started.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DejaVu Sans"/>
                          <a:cs typeface="DejaVu Sans"/>
                          <a:sym typeface="DejaVu Sans"/>
                        </a:rPr>
                        <a:t>*Product planned, but not yet started.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DejaVu Sans"/>
                          <a:cs typeface="DejaVu Sans"/>
                          <a:sym typeface="DejaVu Sans"/>
                        </a:rPr>
                        <a:t>*Product planned, but not yet started.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DejaVu Sans"/>
                          <a:cs typeface="DejaVu Sans"/>
                          <a:sym typeface="DejaVu Sans"/>
                        </a:rPr>
                        <a:t>*Product planned, but not yet started.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 name="ARTICULATE_DESIGN_ID_WHE" val="V9GGs3hh"/>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975FBDD4047747973BA80731FDA9B8" ma:contentTypeVersion="19" ma:contentTypeDescription="Create a new document." ma:contentTypeScope="" ma:versionID="6e10b7193ab1881411c4b29aacdd38f9">
  <xsd:schema xmlns:xsd="http://www.w3.org/2001/XMLSchema" xmlns:xs="http://www.w3.org/2001/XMLSchema" xmlns:p="http://schemas.microsoft.com/office/2006/metadata/properties" xmlns:ns2="a09e9d82-a4a6-4b9b-911d-2666e311eede" xmlns:ns3="b2f4e7dc-877a-4ed9-a52f-e1cf0df97ff5" targetNamespace="http://schemas.microsoft.com/office/2006/metadata/properties" ma:root="true" ma:fieldsID="69b0705cf479ba1e6a436010564e6c75" ns2:_="" ns3:_="">
    <xsd:import namespace="a09e9d82-a4a6-4b9b-911d-2666e311eede"/>
    <xsd:import namespace="b2f4e7dc-877a-4ed9-a52f-e1cf0df97ff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_Flow_SignoffStatu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9e9d82-a4a6-4b9b-911d-2666e311ee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Flow_SignoffStatus" ma:index="12" nillable="true" ma:displayName="Sign-off status" ma:internalName="_x0024_Resources_x003a_core_x002c_Signoff_Status_x003b_">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a4eac88-8ae6-4a96-90c7-97bc93c844e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f4e7dc-877a-4ed9-a52f-e1cf0df97ff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c48c9d6b-8a7d-41e7-8889-f6e204576da1}" ma:internalName="TaxCatchAll" ma:showField="CatchAllData" ma:web="b2f4e7dc-877a-4ed9-a52f-e1cf0df97f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2f4e7dc-877a-4ed9-a52f-e1cf0df97ff5" xsi:nil="true"/>
    <lcf76f155ced4ddcb4097134ff3c332f xmlns="a09e9d82-a4a6-4b9b-911d-2666e311eede">
      <Terms xmlns="http://schemas.microsoft.com/office/infopath/2007/PartnerControls"/>
    </lcf76f155ced4ddcb4097134ff3c332f>
    <_Flow_SignoffStatus xmlns="a09e9d82-a4a6-4b9b-911d-2666e311eede" xsi:nil="true"/>
  </documentManagement>
</p:properties>
</file>

<file path=customXml/itemProps1.xml><?xml version="1.0" encoding="utf-8"?>
<ds:datastoreItem xmlns:ds="http://schemas.openxmlformats.org/officeDocument/2006/customXml" ds:itemID="{6A6A65CB-80AE-4E53-A292-2EE50652FB31}">
  <ds:schemaRefs>
    <ds:schemaRef ds:uri="a09e9d82-a4a6-4b9b-911d-2666e311eede"/>
    <ds:schemaRef ds:uri="b2f4e7dc-877a-4ed9-a52f-e1cf0df97f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350DA3F-FE47-49EC-9149-12F59676D1A7}">
  <ds:schemaRefs>
    <ds:schemaRef ds:uri="http://schemas.microsoft.com/sharepoint/v3/contenttype/forms"/>
  </ds:schemaRefs>
</ds:datastoreItem>
</file>

<file path=customXml/itemProps3.xml><?xml version="1.0" encoding="utf-8"?>
<ds:datastoreItem xmlns:ds="http://schemas.openxmlformats.org/officeDocument/2006/customXml" ds:itemID="{E35E4285-A42E-4477-BACD-839674D390A7}">
  <ds:schemaRefs>
    <ds:schemaRef ds:uri="http://www.w3.org/XML/1998/namespace"/>
    <ds:schemaRef ds:uri="http://schemas.microsoft.com/office/2006/documentManagement/types"/>
    <ds:schemaRef ds:uri="a09e9d82-a4a6-4b9b-911d-2666e311eede"/>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b2f4e7dc-877a-4ed9-a52f-e1cf0df97ff5"/>
    <ds:schemaRef ds:uri="http://purl.org/dc/terms/"/>
  </ds:schemaRefs>
</ds:datastoreItem>
</file>

<file path=docProps/app.xml><?xml version="1.0" encoding="utf-8"?>
<Properties xmlns="http://schemas.openxmlformats.org/officeDocument/2006/extended-properties" xmlns:vt="http://schemas.openxmlformats.org/officeDocument/2006/docPropsVTypes">
  <TotalTime>880</TotalTime>
  <Words>1361</Words>
  <Application>Microsoft Office PowerPoint</Application>
  <PresentationFormat>Widescreen</PresentationFormat>
  <Paragraphs>100</Paragraphs>
  <Slides>12</Slides>
  <Notes>0</Notes>
  <HiddenSlides>7</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Corbel</vt:lpstr>
      <vt:lpstr>DejaVu Sans</vt:lpstr>
      <vt:lpstr>Leelawadee</vt:lpstr>
      <vt:lpstr>Segoe Condensed</vt:lpstr>
      <vt:lpstr>WHE</vt:lpstr>
      <vt:lpstr>WHE Daily Signals and Events</vt:lpstr>
      <vt:lpstr>Preface</vt:lpstr>
      <vt:lpstr>Detection, verification, risk assessment, communication and response process</vt:lpstr>
      <vt:lpstr>WHO-HQ PHI information flow</vt:lpstr>
      <vt:lpstr>Detection and Verification Process</vt:lpstr>
      <vt:lpstr>Signal nomenclature</vt:lpstr>
      <vt:lpstr>PHI indicators for the last 24 hours as of 5pm, 25 Sep 2025</vt:lpstr>
      <vt:lpstr>PHI signal/event categorization for the last 24 hours, following initial risk assessment as of 5pm, 25 Sep 2025 This slide only reflects the information that has been acted upon by the HQ PHI unit and does not reflect work being undertaken by other teams at HQ or across the other levels of the organization</vt:lpstr>
      <vt:lpstr>Signals under real time monitoring (RTM) in the last 14 days as of 5pm, 25 Sep 2025 This slide only reflects the information that has been acted upon by the HQ PHI unit and does not reflect work being undertaken by other teams at HQ or across the other levels of the organization</vt:lpstr>
      <vt:lpstr>List of signals/events in the past 24 hours as of 5pm, 25 Sep 2025</vt:lpstr>
      <vt:lpstr>Categorization definitions</vt:lpstr>
      <vt:lpstr>Status of products during the current week From of 19 Sep 2025 to 25 Sep 2025</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 update: nCoV</dc:title>
  <dc:creator>NEDELEC, Yoann</dc:creator>
  <cp:keywords/>
  <cp:lastModifiedBy>HAMBLION, Esther</cp:lastModifiedBy>
  <cp:revision>69</cp:revision>
  <dcterms:created xsi:type="dcterms:W3CDTF">2020-03-30T19:54:51Z</dcterms:created>
  <dcterms:modified xsi:type="dcterms:W3CDTF">2025-10-16T12:15:13Z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y fmtid="{D5CDD505-2E9C-101B-9397-08002B2CF9AE}" pid="3" name="ArticulateGUID">
    <vt:lpwstr>AAB1370B-3677-40F6-AAA6-D39C01A1D7A0</vt:lpwstr>
  </property>
  <property fmtid="{D5CDD505-2E9C-101B-9397-08002B2CF9AE}" pid="4" name="ArticulatePath">
    <vt:lpwstr>DVA_nCoV_Slides</vt:lpwstr>
  </property>
  <property fmtid="{D5CDD505-2E9C-101B-9397-08002B2CF9AE}" pid="5" name="ContentTypeId">
    <vt:lpwstr>0x010100F4975FBDD4047747973BA80731FDA9B8</vt:lpwstr>
  </property>
  <property fmtid="{D5CDD505-2E9C-101B-9397-08002B2CF9AE}" pid="6" name="MediaServiceImageTags">
    <vt:lpwstr/>
  </property>
</Properties>
</file>