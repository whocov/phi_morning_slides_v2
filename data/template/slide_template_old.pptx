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1"/>
  </p:notesMasterIdLst>
  <p:sldIdLst>
    <p:sldId id="264" r:id="rId5"/>
    <p:sldId id="261" r:id="rId6"/>
    <p:sldId id="1688" r:id="rId7"/>
    <p:sldId id="1683" r:id="rId8"/>
    <p:sldId id="1687" r:id="rId9"/>
    <p:sldId id="1682"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A9819F-D2E0-4478-B319-6E88D8FAD356}" v="10" dt="2021-11-17T15:37:45.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08" autoAdjust="0"/>
    <p:restoredTop sz="94711" autoAdjust="0"/>
  </p:normalViewPr>
  <p:slideViewPr>
    <p:cSldViewPr snapToGrid="0" snapToObjects="1">
      <p:cViewPr varScale="1">
        <p:scale>
          <a:sx n="105" d="100"/>
          <a:sy n="105" d="100"/>
        </p:scale>
        <p:origin x="216" y="2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SON-SCHAFER, Henry" userId="366095e3-0b21-4049-bcd9-a1dbde3c12b8" providerId="ADAL" clId="{B5A9819F-D2E0-4478-B319-6E88D8FAD356}"/>
    <pc:docChg chg="undo custSel modMainMaster">
      <pc:chgData name="LAURENSON-SCHAFER, Henry" userId="366095e3-0b21-4049-bcd9-a1dbde3c12b8" providerId="ADAL" clId="{B5A9819F-D2E0-4478-B319-6E88D8FAD356}" dt="2021-11-18T08:36:47.526" v="20" actId="207"/>
      <pc:docMkLst>
        <pc:docMk/>
      </pc:docMkLst>
      <pc:sldMasterChg chg="modSp mod modSldLayout">
        <pc:chgData name="LAURENSON-SCHAFER, Henry" userId="366095e3-0b21-4049-bcd9-a1dbde3c12b8" providerId="ADAL" clId="{B5A9819F-D2E0-4478-B319-6E88D8FAD356}" dt="2021-11-18T08:36:47.526" v="20" actId="207"/>
        <pc:sldMasterMkLst>
          <pc:docMk/>
          <pc:sldMasterMk cId="2121286236" sldId="2147483660"/>
        </pc:sldMasterMkLst>
        <pc:spChg chg="mod">
          <ac:chgData name="LAURENSON-SCHAFER, Henry" userId="366095e3-0b21-4049-bcd9-a1dbde3c12b8" providerId="ADAL" clId="{B5A9819F-D2E0-4478-B319-6E88D8FAD356}" dt="2021-11-17T15:34:20.415" v="11" actId="403"/>
          <ac:spMkLst>
            <pc:docMk/>
            <pc:sldMasterMk cId="2121286236" sldId="2147483660"/>
            <ac:spMk id="6" creationId="{00000000-0000-0000-0000-000000000000}"/>
          </ac:spMkLst>
        </pc:spChg>
        <pc:spChg chg="mod">
          <ac:chgData name="LAURENSON-SCHAFER, Henry" userId="366095e3-0b21-4049-bcd9-a1dbde3c12b8" providerId="ADAL" clId="{B5A9819F-D2E0-4478-B319-6E88D8FAD356}" dt="2021-11-18T08:36:39.790" v="19" actId="207"/>
          <ac:spMkLst>
            <pc:docMk/>
            <pc:sldMasterMk cId="2121286236" sldId="2147483660"/>
            <ac:spMk id="7" creationId="{00000000-0000-0000-0000-000000000000}"/>
          </ac:spMkLst>
        </pc:spChg>
        <pc:grpChg chg="mod">
          <ac:chgData name="LAURENSON-SCHAFER, Henry" userId="366095e3-0b21-4049-bcd9-a1dbde3c12b8" providerId="ADAL" clId="{B5A9819F-D2E0-4478-B319-6E88D8FAD356}" dt="2021-11-17T15:34:13.190" v="3" actId="1076"/>
          <ac:grpSpMkLst>
            <pc:docMk/>
            <pc:sldMasterMk cId="2121286236" sldId="2147483660"/>
            <ac:grpSpMk id="9" creationId="{00000000-0000-0000-0000-000000000000}"/>
          </ac:grpSpMkLst>
        </pc:grpChg>
        <pc:sldLayoutChg chg="modSp mod">
          <pc:chgData name="LAURENSON-SCHAFER, Henry" userId="366095e3-0b21-4049-bcd9-a1dbde3c12b8" providerId="ADAL" clId="{B5A9819F-D2E0-4478-B319-6E88D8FAD356}" dt="2021-11-17T15:34:09.335" v="1" actId="1076"/>
          <pc:sldLayoutMkLst>
            <pc:docMk/>
            <pc:sldMasterMk cId="2121286236" sldId="2147483660"/>
            <pc:sldLayoutMk cId="4112427130" sldId="2147483662"/>
          </pc:sldLayoutMkLst>
          <pc:spChg chg="mod">
            <ac:chgData name="LAURENSON-SCHAFER, Henry" userId="366095e3-0b21-4049-bcd9-a1dbde3c12b8" providerId="ADAL" clId="{B5A9819F-D2E0-4478-B319-6E88D8FAD356}" dt="2021-11-17T15:34:09.335" v="1" actId="1076"/>
            <ac:spMkLst>
              <pc:docMk/>
              <pc:sldMasterMk cId="2121286236" sldId="2147483660"/>
              <pc:sldLayoutMk cId="4112427130" sldId="2147483662"/>
              <ac:spMk id="6" creationId="{00000000-0000-0000-0000-000000000000}"/>
            </ac:spMkLst>
          </pc:spChg>
        </pc:sldLayoutChg>
        <pc:sldLayoutChg chg="addSp modSp">
          <pc:chgData name="LAURENSON-SCHAFER, Henry" userId="366095e3-0b21-4049-bcd9-a1dbde3c12b8" providerId="ADAL" clId="{B5A9819F-D2E0-4478-B319-6E88D8FAD356}" dt="2021-11-17T15:37:35.191" v="12"/>
          <pc:sldLayoutMkLst>
            <pc:docMk/>
            <pc:sldMasterMk cId="2121286236" sldId="2147483660"/>
            <pc:sldLayoutMk cId="253176345" sldId="2147483671"/>
          </pc:sldLayoutMkLst>
          <pc:spChg chg="add mod">
            <ac:chgData name="LAURENSON-SCHAFER, Henry" userId="366095e3-0b21-4049-bcd9-a1dbde3c12b8" providerId="ADAL" clId="{B5A9819F-D2E0-4478-B319-6E88D8FAD356}" dt="2021-11-17T15:37:35.191" v="12"/>
            <ac:spMkLst>
              <pc:docMk/>
              <pc:sldMasterMk cId="2121286236" sldId="2147483660"/>
              <pc:sldLayoutMk cId="253176345" sldId="2147483671"/>
              <ac:spMk id="2" creationId="{E0F40AFA-7E5B-4712-9D56-F8EC8EB9F889}"/>
            </ac:spMkLst>
          </pc:spChg>
          <pc:spChg chg="add mod">
            <ac:chgData name="LAURENSON-SCHAFER, Henry" userId="366095e3-0b21-4049-bcd9-a1dbde3c12b8" providerId="ADAL" clId="{B5A9819F-D2E0-4478-B319-6E88D8FAD356}" dt="2021-11-17T15:37:35.191" v="12"/>
            <ac:spMkLst>
              <pc:docMk/>
              <pc:sldMasterMk cId="2121286236" sldId="2147483660"/>
              <pc:sldLayoutMk cId="253176345" sldId="2147483671"/>
              <ac:spMk id="3" creationId="{736A8863-5F70-4C97-98BD-09D9B971BC33}"/>
            </ac:spMkLst>
          </pc:spChg>
        </pc:sldLayoutChg>
        <pc:sldLayoutChg chg="addSp delSp modSp mod">
          <pc:chgData name="LAURENSON-SCHAFER, Henry" userId="366095e3-0b21-4049-bcd9-a1dbde3c12b8" providerId="ADAL" clId="{B5A9819F-D2E0-4478-B319-6E88D8FAD356}" dt="2021-11-17T15:37:53.984" v="15" actId="167"/>
          <pc:sldLayoutMkLst>
            <pc:docMk/>
            <pc:sldMasterMk cId="2121286236" sldId="2147483660"/>
            <pc:sldLayoutMk cId="569103427" sldId="2147483678"/>
          </pc:sldLayoutMkLst>
          <pc:spChg chg="ord">
            <ac:chgData name="LAURENSON-SCHAFER, Henry" userId="366095e3-0b21-4049-bcd9-a1dbde3c12b8" providerId="ADAL" clId="{B5A9819F-D2E0-4478-B319-6E88D8FAD356}" dt="2021-11-17T15:37:53.984" v="15" actId="167"/>
            <ac:spMkLst>
              <pc:docMk/>
              <pc:sldMasterMk cId="2121286236" sldId="2147483660"/>
              <pc:sldLayoutMk cId="569103427" sldId="2147483678"/>
              <ac:spMk id="5" creationId="{32F60A20-0281-4C43-BE27-B924D0E7ED17}"/>
            </ac:spMkLst>
          </pc:spChg>
          <pc:spChg chg="add del mod">
            <ac:chgData name="LAURENSON-SCHAFER, Henry" userId="366095e3-0b21-4049-bcd9-a1dbde3c12b8" providerId="ADAL" clId="{B5A9819F-D2E0-4478-B319-6E88D8FAD356}" dt="2021-11-17T15:37:45.572" v="14"/>
            <ac:spMkLst>
              <pc:docMk/>
              <pc:sldMasterMk cId="2121286236" sldId="2147483660"/>
              <pc:sldLayoutMk cId="569103427" sldId="2147483678"/>
              <ac:spMk id="8" creationId="{BDB04701-1E39-45DC-B4C0-6EC59FC5A0A2}"/>
            </ac:spMkLst>
          </pc:spChg>
        </pc:sldLayoutChg>
        <pc:sldLayoutChg chg="modSp mod">
          <pc:chgData name="LAURENSON-SCHAFER, Henry" userId="366095e3-0b21-4049-bcd9-a1dbde3c12b8" providerId="ADAL" clId="{B5A9819F-D2E0-4478-B319-6E88D8FAD356}" dt="2021-11-17T15:38:09.588" v="17" actId="167"/>
          <pc:sldLayoutMkLst>
            <pc:docMk/>
            <pc:sldMasterMk cId="2121286236" sldId="2147483660"/>
            <pc:sldLayoutMk cId="2605952987" sldId="2147483684"/>
          </pc:sldLayoutMkLst>
          <pc:spChg chg="ord">
            <ac:chgData name="LAURENSON-SCHAFER, Henry" userId="366095e3-0b21-4049-bcd9-a1dbde3c12b8" providerId="ADAL" clId="{B5A9819F-D2E0-4478-B319-6E88D8FAD356}" dt="2021-11-17T15:38:09.588" v="17" actId="167"/>
            <ac:spMkLst>
              <pc:docMk/>
              <pc:sldMasterMk cId="2121286236" sldId="2147483660"/>
              <pc:sldLayoutMk cId="2605952987" sldId="2147483684"/>
              <ac:spMk id="6" creationId="{A39025CA-D659-4F0E-B2BC-5670EA697D78}"/>
            </ac:spMkLst>
          </pc:spChg>
        </pc:sldLayoutChg>
        <pc:sldLayoutChg chg="modSp mod">
          <pc:chgData name="LAURENSON-SCHAFER, Henry" userId="366095e3-0b21-4049-bcd9-a1dbde3c12b8" providerId="ADAL" clId="{B5A9819F-D2E0-4478-B319-6E88D8FAD356}" dt="2021-11-17T15:38:22.220" v="18" actId="167"/>
          <pc:sldLayoutMkLst>
            <pc:docMk/>
            <pc:sldMasterMk cId="2121286236" sldId="2147483660"/>
            <pc:sldLayoutMk cId="2810343466" sldId="2147483688"/>
          </pc:sldLayoutMkLst>
          <pc:spChg chg="ord">
            <ac:chgData name="LAURENSON-SCHAFER, Henry" userId="366095e3-0b21-4049-bcd9-a1dbde3c12b8" providerId="ADAL" clId="{B5A9819F-D2E0-4478-B319-6E88D8FAD356}" dt="2021-11-17T15:38:22.220" v="18" actId="167"/>
            <ac:spMkLst>
              <pc:docMk/>
              <pc:sldMasterMk cId="2121286236" sldId="2147483660"/>
              <pc:sldLayoutMk cId="2810343466" sldId="2147483688"/>
              <ac:spMk id="5" creationId="{32F60A20-0281-4C43-BE27-B924D0E7ED17}"/>
            </ac:spMkLst>
          </pc:spChg>
        </pc:sldLayoutChg>
        <pc:sldLayoutChg chg="modSp mod">
          <pc:chgData name="LAURENSON-SCHAFER, Henry" userId="366095e3-0b21-4049-bcd9-a1dbde3c12b8" providerId="ADAL" clId="{B5A9819F-D2E0-4478-B319-6E88D8FAD356}" dt="2021-11-18T08:36:47.526" v="20" actId="207"/>
          <pc:sldLayoutMkLst>
            <pc:docMk/>
            <pc:sldMasterMk cId="2121286236" sldId="2147483660"/>
            <pc:sldLayoutMk cId="2775456816" sldId="2147483689"/>
          </pc:sldLayoutMkLst>
          <pc:spChg chg="mod">
            <ac:chgData name="LAURENSON-SCHAFER, Henry" userId="366095e3-0b21-4049-bcd9-a1dbde3c12b8" providerId="ADAL" clId="{B5A9819F-D2E0-4478-B319-6E88D8FAD356}" dt="2021-11-18T08:36:47.526" v="20" actId="207"/>
            <ac:spMkLst>
              <pc:docMk/>
              <pc:sldMasterMk cId="2121286236" sldId="2147483660"/>
              <pc:sldLayoutMk cId="2775456816" sldId="2147483689"/>
              <ac:spMk id="4" creationId="{89BF6F0C-76E6-4966-B2A6-5696BD4A10A5}"/>
            </ac:spMkLst>
          </pc:spChg>
        </pc:sldLayoutChg>
      </pc:sldMasterChg>
    </pc:docChg>
  </pc:docChgLst>
  <pc:docChgLst>
    <pc:chgData name="LAURENSON-SCHAFER, Henry" userId="366095e3-0b21-4049-bcd9-a1dbde3c12b8" providerId="ADAL" clId="{1A7C9EE5-1427-4C83-8376-02F6775798F5}"/>
    <pc:docChg chg="delSld modMainMaster">
      <pc:chgData name="LAURENSON-SCHAFER, Henry" userId="366095e3-0b21-4049-bcd9-a1dbde3c12b8" providerId="ADAL" clId="{1A7C9EE5-1427-4C83-8376-02F6775798F5}" dt="2021-08-11T13:03:16.303" v="1" actId="962"/>
      <pc:docMkLst>
        <pc:docMk/>
      </pc:docMkLst>
      <pc:sldMasterChg chg="modSldLayout">
        <pc:chgData name="LAURENSON-SCHAFER, Henry" userId="366095e3-0b21-4049-bcd9-a1dbde3c12b8" providerId="ADAL" clId="{1A7C9EE5-1427-4C83-8376-02F6775798F5}" dt="2021-08-11T13:03:16.303" v="1" actId="962"/>
        <pc:sldMasterMkLst>
          <pc:docMk/>
          <pc:sldMasterMk cId="2121286236" sldId="2147483660"/>
        </pc:sldMasterMkLst>
        <pc:sldLayoutChg chg="modSp">
          <pc:chgData name="LAURENSON-SCHAFER, Henry" userId="366095e3-0b21-4049-bcd9-a1dbde3c12b8" providerId="ADAL" clId="{1A7C9EE5-1427-4C83-8376-02F6775798F5}" dt="2021-08-11T13:03:16.303" v="1" actId="962"/>
          <pc:sldLayoutMkLst>
            <pc:docMk/>
            <pc:sldMasterMk cId="2121286236" sldId="2147483660"/>
            <pc:sldLayoutMk cId="1954247218" sldId="2147483673"/>
          </pc:sldLayoutMkLst>
          <pc:spChg chg="mod">
            <ac:chgData name="LAURENSON-SCHAFER, Henry" userId="366095e3-0b21-4049-bcd9-a1dbde3c12b8" providerId="ADAL" clId="{1A7C9EE5-1427-4C83-8376-02F6775798F5}" dt="2021-08-11T13:03:16.303" v="1" actId="962"/>
            <ac:spMkLst>
              <pc:docMk/>
              <pc:sldMasterMk cId="2121286236" sldId="2147483660"/>
              <pc:sldLayoutMk cId="1954247218" sldId="2147483673"/>
              <ac:spMk id="3" creationId="{00000000-0000-0000-0000-000000000000}"/>
            </ac:spMkLst>
          </pc:spChg>
        </pc:sldLayoutChg>
      </pc:sldMasterChg>
    </pc:docChg>
  </pc:docChgLst>
  <pc:docChgLst>
    <pc:chgData name="LAURENSON-SCHAFER, Henry" userId="366095e3-0b21-4049-bcd9-a1dbde3c12b8" providerId="ADAL" clId="{748A84C5-93E9-4B39-BA62-7B635DBC2748}"/>
    <pc:docChg chg="undo custSel addSld delSld modSld sldOrd modMainMaster">
      <pc:chgData name="LAURENSON-SCHAFER, Henry" userId="366095e3-0b21-4049-bcd9-a1dbde3c12b8" providerId="ADAL" clId="{748A84C5-93E9-4B39-BA62-7B635DBC2748}" dt="2021-10-21T13:59:21.943" v="147" actId="2696"/>
      <pc:docMkLst>
        <pc:docMk/>
      </pc:docMkLst>
      <pc:sldChg chg="add delCm">
        <pc:chgData name="LAURENSON-SCHAFER, Henry" userId="366095e3-0b21-4049-bcd9-a1dbde3c12b8" providerId="ADAL" clId="{748A84C5-93E9-4B39-BA62-7B635DBC2748}" dt="2021-10-15T12:38:07.396" v="34"/>
        <pc:sldMkLst>
          <pc:docMk/>
          <pc:sldMk cId="3279690176" sldId="261"/>
        </pc:sldMkLst>
      </pc:sldChg>
      <pc:sldChg chg="add delCm">
        <pc:chgData name="LAURENSON-SCHAFER, Henry" userId="366095e3-0b21-4049-bcd9-a1dbde3c12b8" providerId="ADAL" clId="{748A84C5-93E9-4B39-BA62-7B635DBC2748}" dt="2021-10-15T12:38:01.291" v="30"/>
        <pc:sldMkLst>
          <pc:docMk/>
          <pc:sldMk cId="3845765832" sldId="264"/>
        </pc:sldMkLst>
      </pc:sldChg>
      <pc:sldChg chg="modSp add delCm">
        <pc:chgData name="LAURENSON-SCHAFER, Henry" userId="366095e3-0b21-4049-bcd9-a1dbde3c12b8" providerId="ADAL" clId="{748A84C5-93E9-4B39-BA62-7B635DBC2748}" dt="2021-10-15T12:38:13.035" v="38"/>
        <pc:sldMkLst>
          <pc:docMk/>
          <pc:sldMk cId="3766187803" sldId="1675"/>
        </pc:sldMkLst>
        <pc:spChg chg="mod">
          <ac:chgData name="LAURENSON-SCHAFER, Henry" userId="366095e3-0b21-4049-bcd9-a1dbde3c12b8" providerId="ADAL" clId="{748A84C5-93E9-4B39-BA62-7B635DBC2748}" dt="2021-10-15T12:29:03.750" v="26" actId="27636"/>
          <ac:spMkLst>
            <pc:docMk/>
            <pc:sldMk cId="3766187803" sldId="1675"/>
            <ac:spMk id="3" creationId="{1F7C325C-F9D2-4862-95B7-738F591D9A3E}"/>
          </ac:spMkLst>
        </pc:spChg>
      </pc:sldChg>
      <pc:sldChg chg="add del ord">
        <pc:chgData name="LAURENSON-SCHAFER, Henry" userId="366095e3-0b21-4049-bcd9-a1dbde3c12b8" providerId="ADAL" clId="{748A84C5-93E9-4B39-BA62-7B635DBC2748}" dt="2021-10-21T13:56:57.502" v="113" actId="2696"/>
        <pc:sldMkLst>
          <pc:docMk/>
          <pc:sldMk cId="2223777377" sldId="1676"/>
        </pc:sldMkLst>
      </pc:sldChg>
      <pc:sldChg chg="add del ord">
        <pc:chgData name="LAURENSON-SCHAFER, Henry" userId="366095e3-0b21-4049-bcd9-a1dbde3c12b8" providerId="ADAL" clId="{748A84C5-93E9-4B39-BA62-7B635DBC2748}" dt="2021-10-21T13:59:17.544" v="145" actId="2696"/>
        <pc:sldMkLst>
          <pc:docMk/>
          <pc:sldMk cId="2491848128" sldId="1676"/>
        </pc:sldMkLst>
      </pc:sldChg>
      <pc:sldChg chg="modSp add del">
        <pc:chgData name="LAURENSON-SCHAFER, Henry" userId="366095e3-0b21-4049-bcd9-a1dbde3c12b8" providerId="ADAL" clId="{748A84C5-93E9-4B39-BA62-7B635DBC2748}" dt="2021-10-21T12:30:03.285" v="55" actId="2696"/>
        <pc:sldMkLst>
          <pc:docMk/>
          <pc:sldMk cId="2875442438" sldId="1676"/>
        </pc:sldMkLst>
        <pc:spChg chg="mod">
          <ac:chgData name="LAURENSON-SCHAFER, Henry" userId="366095e3-0b21-4049-bcd9-a1dbde3c12b8" providerId="ADAL" clId="{748A84C5-93E9-4B39-BA62-7B635DBC2748}" dt="2021-10-15T12:52:22.240" v="51" actId="20577"/>
          <ac:spMkLst>
            <pc:docMk/>
            <pc:sldMk cId="2875442438" sldId="1676"/>
            <ac:spMk id="2" creationId="{A1DA6766-EC93-40BA-B0CF-E8D101903E04}"/>
          </ac:spMkLst>
        </pc:spChg>
      </pc:sldChg>
      <pc:sldChg chg="add del">
        <pc:chgData name="LAURENSON-SCHAFER, Henry" userId="366095e3-0b21-4049-bcd9-a1dbde3c12b8" providerId="ADAL" clId="{748A84C5-93E9-4B39-BA62-7B635DBC2748}" dt="2021-10-21T13:53:43.075" v="82" actId="2696"/>
        <pc:sldMkLst>
          <pc:docMk/>
          <pc:sldMk cId="275169062" sldId="1677"/>
        </pc:sldMkLst>
      </pc:sldChg>
      <pc:sldChg chg="add del">
        <pc:chgData name="LAURENSON-SCHAFER, Henry" userId="366095e3-0b21-4049-bcd9-a1dbde3c12b8" providerId="ADAL" clId="{748A84C5-93E9-4B39-BA62-7B635DBC2748}" dt="2021-10-21T13:59:21.943" v="147" actId="2696"/>
        <pc:sldMkLst>
          <pc:docMk/>
          <pc:sldMk cId="4129106068" sldId="1677"/>
        </pc:sldMkLst>
      </pc:sldChg>
      <pc:sldChg chg="add ord">
        <pc:chgData name="LAURENSON-SCHAFER, Henry" userId="366095e3-0b21-4049-bcd9-a1dbde3c12b8" providerId="ADAL" clId="{748A84C5-93E9-4B39-BA62-7B635DBC2748}" dt="2021-10-21T13:59:20.477" v="146"/>
        <pc:sldMkLst>
          <pc:docMk/>
          <pc:sldMk cId="535066018" sldId="1678"/>
        </pc:sldMkLst>
      </pc:sldChg>
      <pc:sldMasterChg chg="addSp modSp addSldLayout delSldLayout modSldLayout">
        <pc:chgData name="LAURENSON-SCHAFER, Henry" userId="366095e3-0b21-4049-bcd9-a1dbde3c12b8" providerId="ADAL" clId="{748A84C5-93E9-4B39-BA62-7B635DBC2748}" dt="2021-10-21T13:58:57.472" v="142" actId="403"/>
        <pc:sldMasterMkLst>
          <pc:docMk/>
          <pc:sldMasterMk cId="2121286236" sldId="2147483660"/>
        </pc:sldMasterMkLst>
        <pc:spChg chg="mod">
          <ac:chgData name="LAURENSON-SCHAFER, Henry" userId="366095e3-0b21-4049-bcd9-a1dbde3c12b8" providerId="ADAL" clId="{748A84C5-93E9-4B39-BA62-7B635DBC2748}" dt="2021-10-11T13:13:45.420" v="17" actId="1076"/>
          <ac:spMkLst>
            <pc:docMk/>
            <pc:sldMasterMk cId="2121286236" sldId="2147483660"/>
            <ac:spMk id="13" creationId="{00000000-0000-0000-0000-000000000000}"/>
          </ac:spMkLst>
        </pc:spChg>
        <pc:grpChg chg="mod">
          <ac:chgData name="LAURENSON-SCHAFER, Henry" userId="366095e3-0b21-4049-bcd9-a1dbde3c12b8" providerId="ADAL" clId="{748A84C5-93E9-4B39-BA62-7B635DBC2748}" dt="2021-10-11T13:14:12.969" v="22" actId="1076"/>
          <ac:grpSpMkLst>
            <pc:docMk/>
            <pc:sldMasterMk cId="2121286236" sldId="2147483660"/>
            <ac:grpSpMk id="9" creationId="{00000000-0000-0000-0000-000000000000}"/>
          </ac:grpSpMkLst>
        </pc:grpChg>
        <pc:picChg chg="add mod">
          <ac:chgData name="LAURENSON-SCHAFER, Henry" userId="366095e3-0b21-4049-bcd9-a1dbde3c12b8" providerId="ADAL" clId="{748A84C5-93E9-4B39-BA62-7B635DBC2748}" dt="2021-10-11T13:13:40.320" v="15" actId="1076"/>
          <ac:picMkLst>
            <pc:docMk/>
            <pc:sldMasterMk cId="2121286236" sldId="2147483660"/>
            <ac:picMk id="14" creationId="{5E4B0B58-B4D6-43F1-8502-D4E9AF345DC6}"/>
          </ac:picMkLst>
        </pc:picChg>
        <pc:picChg chg="mod">
          <ac:chgData name="LAURENSON-SCHAFER, Henry" userId="366095e3-0b21-4049-bcd9-a1dbde3c12b8" providerId="ADAL" clId="{748A84C5-93E9-4B39-BA62-7B635DBC2748}" dt="2021-10-11T13:12:57.531" v="10" actId="1076"/>
          <ac:picMkLst>
            <pc:docMk/>
            <pc:sldMasterMk cId="2121286236" sldId="2147483660"/>
            <ac:picMk id="15" creationId="{80D29B7D-47C4-4640-9003-C8A639EDE5BC}"/>
          </ac:picMkLst>
        </pc:picChg>
        <pc:cxnChg chg="mod">
          <ac:chgData name="LAURENSON-SCHAFER, Henry" userId="366095e3-0b21-4049-bcd9-a1dbde3c12b8" providerId="ADAL" clId="{748A84C5-93E9-4B39-BA62-7B635DBC2748}" dt="2021-10-11T13:12:59.650" v="11" actId="1076"/>
          <ac:cxnSpMkLst>
            <pc:docMk/>
            <pc:sldMasterMk cId="2121286236" sldId="2147483660"/>
            <ac:cxnSpMk id="16" creationId="{00000000-0000-0000-0000-000000000000}"/>
          </ac:cxnSpMkLst>
        </pc:cxnChg>
        <pc:sldLayoutChg chg="delSp modSp add del">
          <pc:chgData name="LAURENSON-SCHAFER, Henry" userId="366095e3-0b21-4049-bcd9-a1dbde3c12b8" providerId="ADAL" clId="{748A84C5-93E9-4B39-BA62-7B635DBC2748}" dt="2021-10-21T13:55:41.955" v="91" actId="2696"/>
          <pc:sldLayoutMkLst>
            <pc:docMk/>
            <pc:sldMasterMk cId="2121286236" sldId="2147483660"/>
            <pc:sldLayoutMk cId="1845848447" sldId="2147483661"/>
          </pc:sldLayoutMkLst>
          <pc:spChg chg="mod">
            <ac:chgData name="LAURENSON-SCHAFER, Henry" userId="366095e3-0b21-4049-bcd9-a1dbde3c12b8" providerId="ADAL" clId="{748A84C5-93E9-4B39-BA62-7B635DBC2748}" dt="2021-10-15T12:52:39.040" v="52" actId="207"/>
            <ac:spMkLst>
              <pc:docMk/>
              <pc:sldMasterMk cId="2121286236" sldId="2147483660"/>
              <pc:sldLayoutMk cId="1845848447" sldId="2147483661"/>
              <ac:spMk id="2" creationId="{00000000-0000-0000-0000-000000000000}"/>
            </ac:spMkLst>
          </pc:spChg>
          <pc:spChg chg="del">
            <ac:chgData name="LAURENSON-SCHAFER, Henry" userId="366095e3-0b21-4049-bcd9-a1dbde3c12b8" providerId="ADAL" clId="{748A84C5-93E9-4B39-BA62-7B635DBC2748}" dt="2021-10-21T13:47:30.750" v="56" actId="478"/>
            <ac:spMkLst>
              <pc:docMk/>
              <pc:sldMasterMk cId="2121286236" sldId="2147483660"/>
              <pc:sldLayoutMk cId="1845848447" sldId="2147483661"/>
              <ac:spMk id="6" creationId="{00000000-0000-0000-0000-000000000000}"/>
            </ac:spMkLst>
          </pc:spChg>
        </pc:sldLayoutChg>
        <pc:sldLayoutChg chg="addSp delSp modSp">
          <pc:chgData name="LAURENSON-SCHAFER, Henry" userId="366095e3-0b21-4049-bcd9-a1dbde3c12b8" providerId="ADAL" clId="{748A84C5-93E9-4B39-BA62-7B635DBC2748}" dt="2021-10-21T13:58:57.472" v="142" actId="403"/>
          <pc:sldLayoutMkLst>
            <pc:docMk/>
            <pc:sldMasterMk cId="2121286236" sldId="2147483660"/>
            <pc:sldLayoutMk cId="2775456816" sldId="2147483689"/>
          </pc:sldLayoutMkLst>
          <pc:spChg chg="del mod">
            <ac:chgData name="LAURENSON-SCHAFER, Henry" userId="366095e3-0b21-4049-bcd9-a1dbde3c12b8" providerId="ADAL" clId="{748A84C5-93E9-4B39-BA62-7B635DBC2748}" dt="2021-10-21T13:53:12.658" v="79" actId="478"/>
            <ac:spMkLst>
              <pc:docMk/>
              <pc:sldMasterMk cId="2121286236" sldId="2147483660"/>
              <pc:sldLayoutMk cId="2775456816" sldId="2147483689"/>
              <ac:spMk id="2" creationId="{0BB671AE-2DF3-411A-BE2B-635451FF9553}"/>
            </ac:spMkLst>
          </pc:spChg>
          <pc:spChg chg="add del">
            <ac:chgData name="LAURENSON-SCHAFER, Henry" userId="366095e3-0b21-4049-bcd9-a1dbde3c12b8" providerId="ADAL" clId="{748A84C5-93E9-4B39-BA62-7B635DBC2748}" dt="2021-10-21T13:57:35.015" v="116" actId="11529"/>
            <ac:spMkLst>
              <pc:docMk/>
              <pc:sldMasterMk cId="2121286236" sldId="2147483660"/>
              <pc:sldLayoutMk cId="2775456816" sldId="2147483689"/>
              <ac:spMk id="2" creationId="{F24CD9F4-0457-4743-A421-8AB6C68B521E}"/>
            </ac:spMkLst>
          </pc:spChg>
          <pc:spChg chg="add del mod">
            <ac:chgData name="LAURENSON-SCHAFER, Henry" userId="366095e3-0b21-4049-bcd9-a1dbde3c12b8" providerId="ADAL" clId="{748A84C5-93E9-4B39-BA62-7B635DBC2748}" dt="2021-10-21T13:57:51.454" v="121" actId="478"/>
            <ac:spMkLst>
              <pc:docMk/>
              <pc:sldMasterMk cId="2121286236" sldId="2147483660"/>
              <pc:sldLayoutMk cId="2775456816" sldId="2147483689"/>
              <ac:spMk id="3" creationId="{312B3E5D-A006-45AD-9F86-66B7DF9EFE28}"/>
            </ac:spMkLst>
          </pc:spChg>
          <pc:spChg chg="del">
            <ac:chgData name="LAURENSON-SCHAFER, Henry" userId="366095e3-0b21-4049-bcd9-a1dbde3c12b8" providerId="ADAL" clId="{748A84C5-93E9-4B39-BA62-7B635DBC2748}" dt="2021-10-21T13:52:49.401" v="58" actId="478"/>
            <ac:spMkLst>
              <pc:docMk/>
              <pc:sldMasterMk cId="2121286236" sldId="2147483660"/>
              <pc:sldLayoutMk cId="2775456816" sldId="2147483689"/>
              <ac:spMk id="3" creationId="{EA7D8FAC-A9D6-4CD5-9D92-95CA560EC396}"/>
            </ac:spMkLst>
          </pc:spChg>
          <pc:spChg chg="add del mod">
            <ac:chgData name="LAURENSON-SCHAFER, Henry" userId="366095e3-0b21-4049-bcd9-a1dbde3c12b8" providerId="ADAL" clId="{748A84C5-93E9-4B39-BA62-7B635DBC2748}" dt="2021-10-21T13:57:53.870" v="122" actId="478"/>
            <ac:spMkLst>
              <pc:docMk/>
              <pc:sldMasterMk cId="2121286236" sldId="2147483660"/>
              <pc:sldLayoutMk cId="2775456816" sldId="2147483689"/>
              <ac:spMk id="4" creationId="{948A931E-E767-48FE-B841-CB084DF5E543}"/>
            </ac:spMkLst>
          </pc:spChg>
          <pc:spChg chg="del mod">
            <ac:chgData name="LAURENSON-SCHAFER, Henry" userId="366095e3-0b21-4049-bcd9-a1dbde3c12b8" providerId="ADAL" clId="{748A84C5-93E9-4B39-BA62-7B635DBC2748}" dt="2021-10-21T13:52:52.026" v="60" actId="478"/>
            <ac:spMkLst>
              <pc:docMk/>
              <pc:sldMasterMk cId="2121286236" sldId="2147483660"/>
              <pc:sldLayoutMk cId="2775456816" sldId="2147483689"/>
              <ac:spMk id="4" creationId="{E1C90371-E74A-4E2F-96C3-6724CBB9A6CD}"/>
            </ac:spMkLst>
          </pc:spChg>
          <pc:spChg chg="add del mod">
            <ac:chgData name="LAURENSON-SCHAFER, Henry" userId="366095e3-0b21-4049-bcd9-a1dbde3c12b8" providerId="ADAL" clId="{748A84C5-93E9-4B39-BA62-7B635DBC2748}" dt="2021-10-21T13:56:11.016" v="100" actId="478"/>
            <ac:spMkLst>
              <pc:docMk/>
              <pc:sldMasterMk cId="2121286236" sldId="2147483660"/>
              <pc:sldLayoutMk cId="2775456816" sldId="2147483689"/>
              <ac:spMk id="5" creationId="{ABDE6CD5-399C-43A4-A8A3-728A5C260955}"/>
            </ac:spMkLst>
          </pc:spChg>
          <pc:spChg chg="add del mod">
            <ac:chgData name="LAURENSON-SCHAFER, Henry" userId="366095e3-0b21-4049-bcd9-a1dbde3c12b8" providerId="ADAL" clId="{748A84C5-93E9-4B39-BA62-7B635DBC2748}" dt="2021-10-21T13:56:05.199" v="97" actId="478"/>
            <ac:spMkLst>
              <pc:docMk/>
              <pc:sldMasterMk cId="2121286236" sldId="2147483660"/>
              <pc:sldLayoutMk cId="2775456816" sldId="2147483689"/>
              <ac:spMk id="6" creationId="{BF6FC1E2-FD8D-412A-A293-5417539C244D}"/>
            </ac:spMkLst>
          </pc:spChg>
          <pc:spChg chg="add del mod">
            <ac:chgData name="LAURENSON-SCHAFER, Henry" userId="366095e3-0b21-4049-bcd9-a1dbde3c12b8" providerId="ADAL" clId="{748A84C5-93E9-4B39-BA62-7B635DBC2748}" dt="2021-10-21T13:57:54.870" v="123" actId="478"/>
            <ac:spMkLst>
              <pc:docMk/>
              <pc:sldMasterMk cId="2121286236" sldId="2147483660"/>
              <pc:sldLayoutMk cId="2775456816" sldId="2147483689"/>
              <ac:spMk id="7" creationId="{2608FD19-5531-453A-AF73-CCA3DDC30822}"/>
            </ac:spMkLst>
          </pc:spChg>
          <pc:spChg chg="add del mod">
            <ac:chgData name="LAURENSON-SCHAFER, Henry" userId="366095e3-0b21-4049-bcd9-a1dbde3c12b8" providerId="ADAL" clId="{748A84C5-93E9-4B39-BA62-7B635DBC2748}" dt="2021-10-21T13:57:47.486" v="119"/>
            <ac:spMkLst>
              <pc:docMk/>
              <pc:sldMasterMk cId="2121286236" sldId="2147483660"/>
              <pc:sldLayoutMk cId="2775456816" sldId="2147483689"/>
              <ac:spMk id="8" creationId="{1149A11A-9582-4DB6-9FD3-3EF286403F23}"/>
            </ac:spMkLst>
          </pc:spChg>
          <pc:spChg chg="add del mod">
            <ac:chgData name="LAURENSON-SCHAFER, Henry" userId="366095e3-0b21-4049-bcd9-a1dbde3c12b8" providerId="ADAL" clId="{748A84C5-93E9-4B39-BA62-7B635DBC2748}" dt="2021-10-21T13:58:19.222" v="128"/>
            <ac:spMkLst>
              <pc:docMk/>
              <pc:sldMasterMk cId="2121286236" sldId="2147483660"/>
              <pc:sldLayoutMk cId="2775456816" sldId="2147483689"/>
              <ac:spMk id="9" creationId="{D294EAF0-119A-4858-B794-64FDCD3F085E}"/>
            </ac:spMkLst>
          </pc:spChg>
          <pc:spChg chg="add del">
            <ac:chgData name="LAURENSON-SCHAFER, Henry" userId="366095e3-0b21-4049-bcd9-a1dbde3c12b8" providerId="ADAL" clId="{748A84C5-93E9-4B39-BA62-7B635DBC2748}" dt="2021-10-21T13:58:13.407" v="126" actId="11529"/>
            <ac:spMkLst>
              <pc:docMk/>
              <pc:sldMasterMk cId="2121286236" sldId="2147483660"/>
              <pc:sldLayoutMk cId="2775456816" sldId="2147483689"/>
              <ac:spMk id="10" creationId="{4ED394BD-AF48-489F-80CD-83968498BABD}"/>
            </ac:spMkLst>
          </pc:spChg>
          <pc:spChg chg="add del mod">
            <ac:chgData name="LAURENSON-SCHAFER, Henry" userId="366095e3-0b21-4049-bcd9-a1dbde3c12b8" providerId="ADAL" clId="{748A84C5-93E9-4B39-BA62-7B635DBC2748}" dt="2021-10-21T13:58:17.086" v="127" actId="478"/>
            <ac:spMkLst>
              <pc:docMk/>
              <pc:sldMasterMk cId="2121286236" sldId="2147483660"/>
              <pc:sldLayoutMk cId="2775456816" sldId="2147483689"/>
              <ac:spMk id="11" creationId="{56CA2715-CEB9-4653-BE44-ED2A4E20D5B1}"/>
            </ac:spMkLst>
          </pc:spChg>
          <pc:spChg chg="add mod">
            <ac:chgData name="LAURENSON-SCHAFER, Henry" userId="366095e3-0b21-4049-bcd9-a1dbde3c12b8" providerId="ADAL" clId="{748A84C5-93E9-4B39-BA62-7B635DBC2748}" dt="2021-10-21T13:58:36.654" v="132" actId="1076"/>
            <ac:spMkLst>
              <pc:docMk/>
              <pc:sldMasterMk cId="2121286236" sldId="2147483660"/>
              <pc:sldLayoutMk cId="2775456816" sldId="2147483689"/>
              <ac:spMk id="12" creationId="{488BF61F-CC73-40F7-860E-0383D33F3EF9}"/>
            </ac:spMkLst>
          </pc:spChg>
          <pc:spChg chg="add del">
            <ac:chgData name="LAURENSON-SCHAFER, Henry" userId="366095e3-0b21-4049-bcd9-a1dbde3c12b8" providerId="ADAL" clId="{748A84C5-93E9-4B39-BA62-7B635DBC2748}" dt="2021-10-21T13:58:28.151" v="130" actId="11529"/>
            <ac:spMkLst>
              <pc:docMk/>
              <pc:sldMasterMk cId="2121286236" sldId="2147483660"/>
              <pc:sldLayoutMk cId="2775456816" sldId="2147483689"/>
              <ac:spMk id="13" creationId="{05C84A24-E344-4F46-A62F-375AB713CAF4}"/>
            </ac:spMkLst>
          </pc:spChg>
          <pc:spChg chg="add mod">
            <ac:chgData name="LAURENSON-SCHAFER, Henry" userId="366095e3-0b21-4049-bcd9-a1dbde3c12b8" providerId="ADAL" clId="{748A84C5-93E9-4B39-BA62-7B635DBC2748}" dt="2021-10-21T13:58:57.472" v="142" actId="403"/>
            <ac:spMkLst>
              <pc:docMk/>
              <pc:sldMasterMk cId="2121286236" sldId="2147483660"/>
              <pc:sldLayoutMk cId="2775456816" sldId="2147483689"/>
              <ac:spMk id="14" creationId="{51A42850-9EDB-4334-80BF-411F061AFE1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10/23/24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BF6F0C-76E6-4966-B2A6-5696BD4A10A5}"/>
              </a:ext>
            </a:extLst>
          </p:cNvPr>
          <p:cNvSpPr/>
          <p:nvPr userDrawn="1"/>
        </p:nvSpPr>
        <p:spPr>
          <a:xfrm>
            <a:off x="0" y="-49301"/>
            <a:ext cx="12192000" cy="4438996"/>
          </a:xfrm>
          <a:prstGeom prst="rect">
            <a:avLst/>
          </a:prstGeom>
          <a:solidFill>
            <a:srgbClr val="1E7FB8"/>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73113" y="297973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2775456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10/23/24</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10/23/24</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A2811E2C-04DE-4A46-9DBA-B7D0553EFCE2}" type="datetime1">
              <a:rPr lang="en-US" smtClean="0"/>
              <a:t>10/23/24</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593788E6-9A74-4943-A0AF-90283E3D6202}" type="datetime1">
              <a:rPr lang="en-US" smtClean="0"/>
              <a:t>10/23/24</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10/23/24</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10/23/24</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10/23/24</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10/23/24</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10/23/24</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10/23/24</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10/23/24</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10/23/24</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10/23/24</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10/23/24</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10/23/24</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10/23/24</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10/23/24</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10/23/24</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10/23/24</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10/23/24</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10/23/24</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10/23/24</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10/23/24</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1E7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10/23/24</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pic>
        <p:nvPicPr>
          <p:cNvPr id="4" name="Picture 3">
            <a:extLst>
              <a:ext uri="{FF2B5EF4-FFF2-40B4-BE49-F238E27FC236}">
                <a16:creationId xmlns:a16="http://schemas.microsoft.com/office/drawing/2014/main" id="{4A2F782E-36A4-707A-F29B-7B736222CBCA}"/>
              </a:ext>
            </a:extLst>
          </p:cNvPr>
          <p:cNvPicPr>
            <a:picLocks noChangeAspect="1"/>
          </p:cNvPicPr>
          <p:nvPr userDrawn="1"/>
        </p:nvPicPr>
        <p:blipFill rotWithShape="1">
          <a:blip r:embed="rId29"/>
          <a:srcRect l="78846" b="55168"/>
          <a:stretch/>
        </p:blipFill>
        <p:spPr>
          <a:xfrm>
            <a:off x="9612923" y="-24917"/>
            <a:ext cx="2579076" cy="476082"/>
          </a:xfrm>
          <a:prstGeom prst="rect">
            <a:avLst/>
          </a:prstGeom>
        </p:spPr>
      </p:pic>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89"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a:t>
            </a:fld>
            <a:endParaRPr lang="en-US"/>
          </a:p>
        </p:txBody>
      </p:sp>
    </p:spTree>
    <p:extLst>
      <p:ext uri="{BB962C8B-B14F-4D97-AF65-F5344CB8AC3E}">
        <p14:creationId xmlns:p14="http://schemas.microsoft.com/office/powerpoint/2010/main" val="384576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pic>
        <p:nvPicPr>
          <p:cNvPr id="3"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964196" y="1422107"/>
            <a:ext cx="6640679" cy="4525963"/>
          </a:xfrm>
        </p:spPr>
      </p:pic>
      <p:sp>
        <p:nvSpPr>
          <p:cNvPr id="4"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2</a:t>
            </a:fld>
            <a:endParaRPr lang="en-US"/>
          </a:p>
        </p:txBody>
      </p:sp>
    </p:spTree>
    <p:extLst>
      <p:ext uri="{BB962C8B-B14F-4D97-AF65-F5344CB8AC3E}">
        <p14:creationId xmlns:p14="http://schemas.microsoft.com/office/powerpoint/2010/main" val="32796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BB88C674-CB77-39DC-E865-6489B20914C6}"/>
              </a:ext>
            </a:extLst>
          </p:cNvPr>
          <p:cNvSpPr>
            <a:spLocks noGrp="1"/>
          </p:cNvSpPr>
          <p:nvPr>
            <p:ph type="sldNum" sz="quarter" idx="12"/>
          </p:nvPr>
        </p:nvSpPr>
        <p:spPr/>
        <p:txBody>
          <a:bodyPr/>
          <a:lstStyle/>
          <a:p>
            <a:fld id="{C5EF2332-01BF-834F-8236-50238282D533}" type="slidenum">
              <a:rPr lang="en-US" smtClean="0"/>
              <a:t>3</a:t>
            </a:fld>
            <a:endParaRPr lang="en-US"/>
          </a:p>
        </p:txBody>
      </p:sp>
      <p:sp>
        <p:nvSpPr>
          <p:cNvPr id="3" name="Title 3">
            <a:extLst>
              <a:ext uri="{FF2B5EF4-FFF2-40B4-BE49-F238E27FC236}">
                <a16:creationId xmlns:a16="http://schemas.microsoft.com/office/drawing/2014/main" id="{4683935D-31E0-9339-A431-CA6C1517C464}"/>
              </a:ext>
            </a:extLst>
          </p:cNvPr>
          <p:cNvSpPr>
            <a:spLocks noGrp="1"/>
          </p:cNvSpPr>
          <p:nvPr>
            <p:ph type="title"/>
          </p:nvPr>
        </p:nvSpPr>
        <p:spPr/>
        <p:txBody>
          <a:bodyPr/>
          <a:lstStyle/>
          <a:p>
            <a:r>
              <a:rPr lang="en-US" dirty="0">
                <a:latin typeface="Segoe Condensed"/>
              </a:rPr>
              <a:t>WHO-HQ PHI information flow</a:t>
            </a:r>
          </a:p>
        </p:txBody>
      </p:sp>
      <p:sp>
        <p:nvSpPr>
          <p:cNvPr id="4" name="Rectangle 192">
            <a:extLst>
              <a:ext uri="{FF2B5EF4-FFF2-40B4-BE49-F238E27FC236}">
                <a16:creationId xmlns:a16="http://schemas.microsoft.com/office/drawing/2014/main" id="{C6426A16-392B-0252-CE4E-60E34A8B3AD4}"/>
              </a:ext>
            </a:extLst>
          </p:cNvPr>
          <p:cNvSpPr/>
          <p:nvPr/>
        </p:nvSpPr>
        <p:spPr>
          <a:xfrm>
            <a:off x="2374900" y="5384800"/>
            <a:ext cx="5956300" cy="1473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E0F2A75-7FC0-E529-C95D-AF88C61D3AE6}"/>
              </a:ext>
            </a:extLst>
          </p:cNvPr>
          <p:cNvPicPr>
            <a:picLocks noChangeAspect="1"/>
          </p:cNvPicPr>
          <p:nvPr/>
        </p:nvPicPr>
        <p:blipFill>
          <a:blip r:embed="rId2"/>
          <a:stretch>
            <a:fillRect/>
          </a:stretch>
        </p:blipFill>
        <p:spPr>
          <a:xfrm>
            <a:off x="3024962" y="1249109"/>
            <a:ext cx="6142076" cy="5608891"/>
          </a:xfrm>
          <a:prstGeom prst="rect">
            <a:avLst/>
          </a:prstGeom>
        </p:spPr>
      </p:pic>
    </p:spTree>
    <p:extLst>
      <p:ext uri="{BB962C8B-B14F-4D97-AF65-F5344CB8AC3E}">
        <p14:creationId xmlns:p14="http://schemas.microsoft.com/office/powerpoint/2010/main" val="66251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916DA2E9-D0E8-42E6-4581-F0457AD49AAA}"/>
              </a:ext>
            </a:extLst>
          </p:cNvPr>
          <p:cNvSpPr>
            <a:spLocks noGrp="1"/>
          </p:cNvSpPr>
          <p:nvPr>
            <p:ph type="body" idx="1"/>
          </p:nvPr>
        </p:nvSpPr>
        <p:spPr>
          <a:xfrm>
            <a:off x="465221" y="1160650"/>
            <a:ext cx="9292389" cy="639762"/>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599" y="1847830"/>
            <a:ext cx="10724147" cy="2336967"/>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6"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7"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a:latin typeface="Segoe Condensed"/>
              </a:rPr>
              <a:t>Detection and Verification Process</a:t>
            </a:r>
            <a:endParaRPr lang="en-US"/>
          </a:p>
        </p:txBody>
      </p:sp>
      <p:sp>
        <p:nvSpPr>
          <p:cNvPr id="12" name="Text Placeholder 8">
            <a:extLst>
              <a:ext uri="{FF2B5EF4-FFF2-40B4-BE49-F238E27FC236}">
                <a16:creationId xmlns:a16="http://schemas.microsoft.com/office/drawing/2014/main" id="{D48BF65A-D79D-C586-BFA2-B2F7F3B6B5BF}"/>
              </a:ext>
            </a:extLst>
          </p:cNvPr>
          <p:cNvSpPr>
            <a:spLocks noGrp="1"/>
          </p:cNvSpPr>
          <p:nvPr>
            <p:ph type="body" sz="quarter" idx="3"/>
          </p:nvPr>
        </p:nvSpPr>
        <p:spPr>
          <a:xfrm>
            <a:off x="465221" y="4184797"/>
            <a:ext cx="10724147" cy="639762"/>
          </a:xfrm>
        </p:spPr>
        <p:txBody>
          <a:bodyPr/>
          <a:lstStyle/>
          <a:p>
            <a:r>
              <a:rPr lang="en-US" dirty="0"/>
              <a:t>From signal to event</a:t>
            </a:r>
          </a:p>
          <a:p>
            <a:endParaRPr lang="en-US" dirty="0"/>
          </a:p>
        </p:txBody>
      </p:sp>
      <p:sp>
        <p:nvSpPr>
          <p:cNvPr id="14" name="TextBox 13">
            <a:extLst>
              <a:ext uri="{FF2B5EF4-FFF2-40B4-BE49-F238E27FC236}">
                <a16:creationId xmlns:a16="http://schemas.microsoft.com/office/drawing/2014/main" id="{507A8C82-5ED0-B3F1-A88B-D982D84E74C9}"/>
              </a:ext>
            </a:extLst>
          </p:cNvPr>
          <p:cNvSpPr txBox="1"/>
          <p:nvPr/>
        </p:nvSpPr>
        <p:spPr>
          <a:xfrm>
            <a:off x="609599" y="4504678"/>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2172501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061F52C1-FD5B-2850-943B-B60A4F5EDF69}"/>
              </a:ext>
            </a:extLst>
          </p:cNvPr>
          <p:cNvSpPr>
            <a:spLocks noGrp="1"/>
          </p:cNvSpPr>
          <p:nvPr>
            <p:ph sz="half" idx="2"/>
          </p:nvPr>
        </p:nvSpPr>
        <p:spPr>
          <a:xfrm>
            <a:off x="609600" y="2174875"/>
            <a:ext cx="11069495" cy="3951288"/>
          </a:xfrm>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sz="1700" b="0" dirty="0">
              <a:solidFill>
                <a:prstClr val="black"/>
              </a:solidFill>
              <a:latin typeface="Segoe Condensed"/>
            </a:endParaRPr>
          </a:p>
          <a:p>
            <a:pPr marL="371475" indent="-285750" algn="ju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Signal: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is data and/or information that represents a potential acute risk to human health. Signals may consist of reports of cases or deaths (individual or aggregated), potential exposure of humans to biological, chemical, radiological or nuclear hazards, or occurrences of natural or human-made disasters. Signals can be detected through a variety of sources and approaches.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6"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7" name="Title 1">
            <a:extLst>
              <a:ext uri="{FF2B5EF4-FFF2-40B4-BE49-F238E27FC236}">
                <a16:creationId xmlns:a16="http://schemas.microsoft.com/office/drawing/2014/main" id="{153D010C-65ED-9E94-1600-75351F868F59}"/>
              </a:ext>
            </a:extLst>
          </p:cNvPr>
          <p:cNvSpPr>
            <a:spLocks noGrp="1"/>
          </p:cNvSpPr>
          <p:nvPr>
            <p:ph type="title"/>
          </p:nvPr>
        </p:nvSpPr>
        <p:spPr>
          <a:xfrm>
            <a:off x="609600" y="161925"/>
            <a:ext cx="10972800" cy="1143000"/>
          </a:xfrm>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US" dirty="0"/>
              <a:t>Categorization definitions</a:t>
            </a:r>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fontScale="92500" lnSpcReduction="10000"/>
          </a:bodyPr>
          <a:lstStyle/>
          <a:p>
            <a:r>
              <a:rPr lang="en-US" sz="2000" u="sng" dirty="0"/>
              <a:t>Verification</a:t>
            </a:r>
            <a:r>
              <a:rPr lang="en-US" sz="2000" dirty="0"/>
              <a:t>: a signal triaged for verification requires additional information for the purpose of verification from the IHR NFP via the respective RO. </a:t>
            </a:r>
          </a:p>
          <a:p>
            <a:r>
              <a:rPr lang="en-US" sz="2000" u="sng" dirty="0"/>
              <a:t>Request for information (RFI):</a:t>
            </a:r>
            <a:r>
              <a:rPr lang="en-US" sz="2000" dirty="0"/>
              <a:t> a signal triaged for RFI requires additional information for risk assessment. This information may be required from the respective RO, TT or relevant partners (e.g., GLEWS+, UNICEF, GOARN).</a:t>
            </a:r>
            <a:endParaRPr lang="en-US" sz="2000" u="sng" dirty="0"/>
          </a:p>
          <a:p>
            <a:r>
              <a:rPr lang="en-US" sz="2000" u="sng" dirty="0"/>
              <a:t>Real-time monitoring (RTM)</a:t>
            </a:r>
            <a:r>
              <a:rPr lang="en-US" sz="2000" dirty="0"/>
              <a:t>: a potential-signal triaged for RTM is shared with the hazard focal points within PHI unit and the hazard focal points will reassess status at least weekly based on targeted search.</a:t>
            </a:r>
            <a:endParaRPr lang="en-US" sz="2000" strike="sngStrike" dirty="0">
              <a:cs typeface="Calibri"/>
            </a:endParaRPr>
          </a:p>
          <a:p>
            <a:r>
              <a:rPr lang="en-US" sz="2000" u="sng" dirty="0"/>
              <a:t>Shared for awareness (SFA)</a:t>
            </a:r>
            <a:r>
              <a:rPr lang="en-US" sz="2000" dirty="0"/>
              <a:t>: a signal triaged for SFA is shared with TT, RO, and/or relevant partners and requires no further action for HQ PHI – examples include the sharing of information about substandard or falsified medicines with the rapid alert team or sharing of information about a signal affecting children with UNICEF. This may also include an IHR notification received via the RO that is then shared onward for TT awareness.</a:t>
            </a:r>
            <a:endParaRPr lang="en-US" sz="2000" dirty="0">
              <a:cs typeface="Calibri"/>
            </a:endParaRPr>
          </a:p>
          <a:p>
            <a:r>
              <a:rPr lang="en-US" sz="2000" u="sng" dirty="0"/>
              <a:t>Discard for HQ PHI (DHQP)</a:t>
            </a:r>
            <a:r>
              <a:rPr lang="en-US" sz="2000" dirty="0"/>
              <a:t>: </a:t>
            </a:r>
            <a:r>
              <a:rPr lang="en-US" sz="2100" dirty="0"/>
              <a:t>a signal triaged for DHQP is one that does not require any monitoring or action by HQ PHI. In some cases, this may be information that is out of date, that is already known through official channels or related to animal health only. Additionally, a signal may also be triaged for discard when it is already being monitored closely by the RO or an IMST. Discarding of a signal related to an on-going event does not mean the event is discarded, just this signal related to the event is not considered pertinent at the time it is assessed.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6</a:t>
            </a:fld>
            <a:endParaRPr lang="en-US"/>
          </a:p>
        </p:txBody>
      </p:sp>
    </p:spTree>
    <p:extLst>
      <p:ext uri="{BB962C8B-B14F-4D97-AF65-F5344CB8AC3E}">
        <p14:creationId xmlns:p14="http://schemas.microsoft.com/office/powerpoint/2010/main" val="2776766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4389C59ADE53C49B45E3B489436BC07" ma:contentTypeVersion="11" ma:contentTypeDescription="Create a new document." ma:contentTypeScope="" ma:versionID="e4c46d3057ba43b3d36a5a80f41c4940">
  <xsd:schema xmlns:xsd="http://www.w3.org/2001/XMLSchema" xmlns:xs="http://www.w3.org/2001/XMLSchema" xmlns:p="http://schemas.microsoft.com/office/2006/metadata/properties" xmlns:ns2="f94a4242-da51-4b1d-bad4-07d006b730d3" xmlns:ns3="bd879b36-96f5-4c4e-979a-9eb1cd712529" targetNamespace="http://schemas.microsoft.com/office/2006/metadata/properties" ma:root="true" ma:fieldsID="8e5e255663f72d1b2345263ba59e3654" ns2:_="" ns3:_="">
    <xsd:import namespace="f94a4242-da51-4b1d-bad4-07d006b730d3"/>
    <xsd:import namespace="bd879b36-96f5-4c4e-979a-9eb1cd71252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4a4242-da51-4b1d-bad4-07d006b730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879b36-96f5-4c4e-979a-9eb1cd71252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2.xml><?xml version="1.0" encoding="utf-8"?>
<ds:datastoreItem xmlns:ds="http://schemas.openxmlformats.org/officeDocument/2006/customXml" ds:itemID="{97C66B14-6406-4DFD-B767-8B9B980376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4a4242-da51-4b1d-bad4-07d006b730d3"/>
    <ds:schemaRef ds:uri="bd879b36-96f5-4c4e-979a-9eb1cd7125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5E4285-A42E-4477-BACD-839674D390A7}">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bd879b36-96f5-4c4e-979a-9eb1cd712529"/>
    <ds:schemaRef ds:uri="f94a4242-da51-4b1d-bad4-07d006b730d3"/>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DVA_nCoV_Template</Template>
  <TotalTime>453</TotalTime>
  <Words>852</Words>
  <Application>Microsoft Macintosh PowerPoint</Application>
  <PresentationFormat>Widescreen</PresentationFormat>
  <Paragraphs>33</Paragraphs>
  <Slides>6</Slides>
  <Notes>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Corbel</vt:lpstr>
      <vt:lpstr>Leelawadee</vt:lpstr>
      <vt:lpstr>Segoe Condensed</vt:lpstr>
      <vt:lpstr>WHE</vt:lpstr>
      <vt:lpstr>Preface</vt:lpstr>
      <vt:lpstr>Detection, verification, risk assessment, communication and response process</vt:lpstr>
      <vt:lpstr>WHO-HQ PHI information flow</vt:lpstr>
      <vt:lpstr>Detection and Verification Process</vt:lpstr>
      <vt:lpstr>Signal nomenclature</vt:lpstr>
      <vt:lpstr>Categorization definitions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Miguel Pereira</cp:lastModifiedBy>
  <cp:revision>55</cp:revision>
  <dcterms:created xsi:type="dcterms:W3CDTF">2020-03-30T19:54:51Z</dcterms:created>
  <dcterms:modified xsi:type="dcterms:W3CDTF">2024-10-23T17:27:23Z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0x010100C4389C59ADE53C49B45E3B489436BC07</vt:lpwstr>
  </property>
</Properties>
</file>