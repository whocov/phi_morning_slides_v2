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6"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91" r:id="rId5"/>
  </p:sldMasterIdLst>
  <p:notesMasterIdLst>
    <p:notesMasterId r:id="rId12"/>
  </p:notesMasterIdLst>
  <p:sldIdLst>
    <p:sldId id="264" r:id="rId6"/>
    <p:sldId id="261" r:id="rId7"/>
    <p:sldId id="1695" r:id="rId8"/>
    <p:sldId id="1696" r:id="rId9"/>
    <p:sldId id="1687" r:id="rId10"/>
    <p:sldId id="1682" r:id="rId11"/>
  </p:sldIdLst>
  <p:sldSz cx="12192000" cy="6858000"/>
  <p:notesSz cx="6858000" cy="9144000"/>
  <p:custDataLst>
    <p:tags r:id="rId1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57A079-ABAE-ACE7-662A-89579F5A198D}" name="Miguel Pereira" initials="" userId="S::miguel.pereira@Cogitars.onmicrosoft.com::27d75981-23af-4291-a333-f45e200a1150" providerId="AD"/>
  <p188:author id="{3F83D3F6-2416-18C8-BC71-C3B5BEBEF16B}" name="GREENE-CRAMER, Blanche Johanna" initials="GCBJ" userId="S::greenecramerb@who.int::e255753c-7384-4300-a585-4ababc97b42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AMBLION, Esther" initials="HE" lastIdx="18" clrIdx="0">
    <p:extLst>
      <p:ext uri="{19B8F6BF-5375-455C-9EA6-DF929625EA0E}">
        <p15:presenceInfo xmlns:p15="http://schemas.microsoft.com/office/powerpoint/2012/main" userId="S::hamblione@who.int::8109b22d-f61d-402d-bbc3-72293e5733fd" providerId="AD"/>
      </p:ext>
    </p:extLst>
  </p:cmAuthor>
  <p:cmAuthor id="2" name="PLOTOGEA, Amalia" initials="PA" lastIdx="28" clrIdx="1">
    <p:extLst>
      <p:ext uri="{19B8F6BF-5375-455C-9EA6-DF929625EA0E}">
        <p15:presenceInfo xmlns:p15="http://schemas.microsoft.com/office/powerpoint/2012/main" userId="S::plotogeaa@who.int::c5a1f574-b805-4098-a3e6-a1dd1b1244ff" providerId="AD"/>
      </p:ext>
    </p:extLst>
  </p:cmAuthor>
  <p:cmAuthor id="3" name="CHEM, Elvis" initials="CE" lastIdx="7" clrIdx="2">
    <p:extLst>
      <p:ext uri="{19B8F6BF-5375-455C-9EA6-DF929625EA0E}">
        <p15:presenceInfo xmlns:p15="http://schemas.microsoft.com/office/powerpoint/2012/main" userId="S-1-5-21-1446143339-2250552318-1255726049-318075" providerId="AD"/>
      </p:ext>
    </p:extLst>
  </p:cmAuthor>
  <p:cmAuthor id="4" name="TAHELEW, Etsub Engedashet" initials="TEE" lastIdx="9" clrIdx="3">
    <p:extLst>
      <p:ext uri="{19B8F6BF-5375-455C-9EA6-DF929625EA0E}">
        <p15:presenceInfo xmlns:p15="http://schemas.microsoft.com/office/powerpoint/2012/main" userId="S::tahelewe@who.int::54228d5e-79d5-428d-8d23-f870e7181b02" providerId="AD"/>
      </p:ext>
    </p:extLst>
  </p:cmAuthor>
  <p:cmAuthor id="5" name="CHEM, Elvis" initials="CE [2]" lastIdx="4" clrIdx="4">
    <p:extLst>
      <p:ext uri="{19B8F6BF-5375-455C-9EA6-DF929625EA0E}">
        <p15:presenceInfo xmlns:p15="http://schemas.microsoft.com/office/powerpoint/2012/main" userId="S::cheme@who.int::dd05af57-9c48-452b-a76a-be5a65ec7d8b" providerId="AD"/>
      </p:ext>
    </p:extLst>
  </p:cmAuthor>
  <p:cmAuthor id="6" name="PERON, Emilie" initials="PE" lastIdx="15" clrIdx="5">
    <p:extLst>
      <p:ext uri="{19B8F6BF-5375-455C-9EA6-DF929625EA0E}">
        <p15:presenceInfo xmlns:p15="http://schemas.microsoft.com/office/powerpoint/2012/main" userId="S::perone@who.int::b2012169-1cd0-4e8b-8263-cd0cc0e1c30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1E7FB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CBF65E-B61E-40D9-98B4-369EB0A2DD33}" v="37" dt="2026-01-28T14:31:12.6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615" autoAdjust="0"/>
    <p:restoredTop sz="94711" autoAdjust="0"/>
  </p:normalViewPr>
  <p:slideViewPr>
    <p:cSldViewPr snapToGrid="0" snapToObjects="1">
      <p:cViewPr varScale="1">
        <p:scale>
          <a:sx n="69" d="100"/>
          <a:sy n="69" d="100"/>
        </p:scale>
        <p:origin x="264" y="6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52" d="100"/>
          <a:sy n="52" d="100"/>
        </p:scale>
        <p:origin x="2946"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ags" Target="tags/tag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presProps" Target="presProps.xml"/><Relationship Id="rId10" Type="http://schemas.openxmlformats.org/officeDocument/2006/relationships/slide" Target="slides/slide5.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E658D3-4880-405C-9625-3D8D1B8E7BAF}" type="datetimeFigureOut">
              <a:rPr lang="en-US" smtClean="0"/>
              <a:t>2/11/2026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1A5381-FB79-4176-9866-E10AE825217B}" type="slidenum">
              <a:rPr lang="en-US" smtClean="0"/>
              <a:t>‹#›</a:t>
            </a:fld>
            <a:endParaRPr lang="en-US"/>
          </a:p>
        </p:txBody>
      </p:sp>
    </p:spTree>
    <p:extLst>
      <p:ext uri="{BB962C8B-B14F-4D97-AF65-F5344CB8AC3E}">
        <p14:creationId xmlns:p14="http://schemas.microsoft.com/office/powerpoint/2010/main" val="1694257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7.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8.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3C0C-AEBA-E86E-8B6F-0FF83D0FC697}"/>
              </a:ext>
            </a:extLst>
          </p:cNvPr>
          <p:cNvSpPr/>
          <p:nvPr userDrawn="1"/>
        </p:nvSpPr>
        <p:spPr>
          <a:xfrm>
            <a:off x="0" y="484909"/>
            <a:ext cx="12192000" cy="3783758"/>
          </a:xfrm>
          <a:prstGeom prst="rect">
            <a:avLst/>
          </a:prstGeom>
          <a:solidFill>
            <a:srgbClr val="0033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Subtitle 1">
            <a:extLst>
              <a:ext uri="{FF2B5EF4-FFF2-40B4-BE49-F238E27FC236}">
                <a16:creationId xmlns:a16="http://schemas.microsoft.com/office/drawing/2014/main" id="{64C2CEE0-D7BB-4FF5-8100-D77091DA031B}"/>
              </a:ext>
            </a:extLst>
          </p:cNvPr>
          <p:cNvSpPr>
            <a:spLocks noGrp="1"/>
          </p:cNvSpPr>
          <p:nvPr>
            <p:ph type="body" sz="quarter" idx="10"/>
          </p:nvPr>
        </p:nvSpPr>
        <p:spPr>
          <a:xfrm>
            <a:off x="783024" y="3062978"/>
            <a:ext cx="6874596" cy="914400"/>
          </a:xfrm>
        </p:spPr>
        <p:txBody>
          <a:bodyPr/>
          <a:lstStyle>
            <a:lvl1pPr marL="0" indent="0">
              <a:buNone/>
              <a:defRPr>
                <a:solidFill>
                  <a:schemeClr val="bg1"/>
                </a:solidFill>
              </a:defRPr>
            </a:lvl1pPr>
          </a:lstStyle>
          <a:p>
            <a:pPr lvl="0"/>
            <a:r>
              <a:rPr lang="en-US" dirty="0"/>
              <a:t>Click to edit Master text styles</a:t>
            </a:r>
          </a:p>
        </p:txBody>
      </p:sp>
      <p:sp>
        <p:nvSpPr>
          <p:cNvPr id="8" name="Title 1">
            <a:extLst>
              <a:ext uri="{FF2B5EF4-FFF2-40B4-BE49-F238E27FC236}">
                <a16:creationId xmlns:a16="http://schemas.microsoft.com/office/drawing/2014/main" id="{6ED94B88-53B3-4369-845C-02659BC1E760}"/>
              </a:ext>
            </a:extLst>
          </p:cNvPr>
          <p:cNvSpPr>
            <a:spLocks noGrp="1"/>
          </p:cNvSpPr>
          <p:nvPr>
            <p:ph type="title"/>
          </p:nvPr>
        </p:nvSpPr>
        <p:spPr>
          <a:xfrm>
            <a:off x="609600" y="1836738"/>
            <a:ext cx="10972800" cy="1143000"/>
          </a:xfrm>
        </p:spPr>
        <p:txBody>
          <a:bodyPr/>
          <a:lstStyle>
            <a:lvl1pPr>
              <a:defRPr/>
            </a:lvl1pPr>
          </a:lstStyle>
          <a:p>
            <a:r>
              <a:rPr lang="en-US" dirty="0"/>
              <a:t>Click to edit Master title style</a:t>
            </a:r>
          </a:p>
        </p:txBody>
      </p:sp>
      <p:pic>
        <p:nvPicPr>
          <p:cNvPr id="3" name="Picture 2">
            <a:extLst>
              <a:ext uri="{FF2B5EF4-FFF2-40B4-BE49-F238E27FC236}">
                <a16:creationId xmlns:a16="http://schemas.microsoft.com/office/drawing/2014/main" id="{5A1F4DD4-D91B-58FD-E74E-D15A8967EF33}"/>
              </a:ext>
              <a:ext uri="{C183D7F6-B498-43B3-948B-1728B52AA6E4}">
                <adec:decorative xmlns:adec="http://schemas.microsoft.com/office/drawing/2017/decorative" val="1"/>
              </a:ext>
            </a:extLst>
          </p:cNvPr>
          <p:cNvPicPr>
            <a:picLocks noChangeAspect="1"/>
          </p:cNvPicPr>
          <p:nvPr userDrawn="1"/>
        </p:nvPicPr>
        <p:blipFill>
          <a:blip r:embed="rId2">
            <a:clrChange>
              <a:clrFrom>
                <a:srgbClr val="6C6C6C"/>
              </a:clrFrom>
              <a:clrTo>
                <a:srgbClr val="6C6C6C">
                  <a:alpha val="0"/>
                </a:srgbClr>
              </a:clrTo>
            </a:clrChange>
            <a:biLevel thresh="25000"/>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609600" y="3031497"/>
            <a:ext cx="8241792" cy="1143000"/>
          </a:xfrm>
          <a:prstGeom prst="rect">
            <a:avLst/>
          </a:prstGeom>
        </p:spPr>
      </p:pic>
    </p:spTree>
    <p:extLst>
      <p:ext uri="{BB962C8B-B14F-4D97-AF65-F5344CB8AC3E}">
        <p14:creationId xmlns:p14="http://schemas.microsoft.com/office/powerpoint/2010/main" val="619995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4780838C-3F0F-4C56-A54B-E75BFAEF3EBF}" type="datetime1">
              <a:rPr lang="en-US" smtClean="0"/>
              <a:t>2/11/2026</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
        <p:nvSpPr>
          <p:cNvPr id="7" name="Title 1">
            <a:extLst>
              <a:ext uri="{FF2B5EF4-FFF2-40B4-BE49-F238E27FC236}">
                <a16:creationId xmlns:a16="http://schemas.microsoft.com/office/drawing/2014/main" id="{6E4CAB20-DFBA-4C8C-96F6-ED6B2E1DA1FD}"/>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4112427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Custom">
    <p:spTree>
      <p:nvGrpSpPr>
        <p:cNvPr id="1" name=""/>
        <p:cNvGrpSpPr/>
        <p:nvPr/>
      </p:nvGrpSpPr>
      <p:grpSpPr>
        <a:xfrm>
          <a:off x="0" y="0"/>
          <a:ext cx="0" cy="0"/>
          <a:chOff x="0" y="0"/>
          <a:chExt cx="0" cy="0"/>
        </a:xfrm>
      </p:grpSpPr>
      <p:sp>
        <p:nvSpPr>
          <p:cNvPr id="3" name="text_body"/>
          <p:cNvSpPr>
            <a:spLocks noGrp="1"/>
          </p:cNvSpPr>
          <p:nvPr>
            <p:ph idx="1"/>
          </p:nvPr>
        </p:nvSpPr>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868C4E2E-3E78-4EB0-8872-48B82637C03A}" type="datetime1">
              <a:rPr lang="en-US" smtClean="0"/>
              <a:t>2/11/2026</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CCFA2143-B3B9-4EC7-BC35-3ABFA6F994ED}"/>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1954247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able + Legend Custom">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99035"/>
            <a:ext cx="10972800" cy="4525963"/>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737600" y="227186"/>
            <a:ext cx="2844800" cy="365125"/>
          </a:xfrm>
          <a:prstGeom prst="rect">
            <a:avLst/>
          </a:prstGeom>
        </p:spPr>
        <p:txBody>
          <a:bodyPr/>
          <a:lstStyle/>
          <a:p>
            <a:fld id="{A2811E2C-04DE-4A46-9DBA-B7D0553EFCE2}" type="datetime1">
              <a:rPr lang="en-US" smtClean="0"/>
              <a:t>2/11/2026</a:t>
            </a:fld>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Content Placeholder 2">
            <a:extLst>
              <a:ext uri="{FF2B5EF4-FFF2-40B4-BE49-F238E27FC236}">
                <a16:creationId xmlns:a16="http://schemas.microsoft.com/office/drawing/2014/main" id="{1454253E-E317-4374-BAC4-6FB2A0F0ED8C}"/>
              </a:ext>
            </a:extLst>
          </p:cNvPr>
          <p:cNvSpPr>
            <a:spLocks noGrp="1"/>
          </p:cNvSpPr>
          <p:nvPr>
            <p:ph idx="13"/>
          </p:nvPr>
        </p:nvSpPr>
        <p:spPr>
          <a:xfrm>
            <a:off x="10872216" y="1508760"/>
            <a:ext cx="1191221" cy="2218630"/>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itle 1">
            <a:extLst>
              <a:ext uri="{FF2B5EF4-FFF2-40B4-BE49-F238E27FC236}">
                <a16:creationId xmlns:a16="http://schemas.microsoft.com/office/drawing/2014/main" id="{54F30AE5-142E-4C25-87BA-B8565844BFEF}"/>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2441131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Image Custom">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036320"/>
            <a:ext cx="10972800" cy="4924865"/>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125157" y="1108273"/>
            <a:ext cx="2844800" cy="365125"/>
          </a:xfrm>
          <a:prstGeom prst="rect">
            <a:avLst/>
          </a:prstGeom>
        </p:spPr>
        <p:txBody>
          <a:bodyPr/>
          <a:lstStyle/>
          <a:p>
            <a:fld id="{593788E6-9A74-4943-A0AF-90283E3D6202}" type="datetime1">
              <a:rPr lang="en-US" smtClean="0"/>
              <a:t>2/11/2026</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EDAC0E46-F1A5-4422-A5E2-124A22C145CD}"/>
              </a:ext>
            </a:extLst>
          </p:cNvPr>
          <p:cNvSpPr>
            <a:spLocks noGrp="1"/>
          </p:cNvSpPr>
          <p:nvPr>
            <p:ph type="title"/>
          </p:nvPr>
        </p:nvSpPr>
        <p:spPr>
          <a:xfrm>
            <a:off x="609600" y="147836"/>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303761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3000" b="1" cap="all">
                <a:solidFill>
                  <a:srgbClr val="0070C0"/>
                </a:solidFill>
              </a:defRPr>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525264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C820DED6-3765-4534-B532-0657F89EB4C9}" type="datetime1">
              <a:rPr lang="en-US" smtClean="0"/>
              <a:t>2/11/2026</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8" name="Title 1">
            <a:extLst>
              <a:ext uri="{FF2B5EF4-FFF2-40B4-BE49-F238E27FC236}">
                <a16:creationId xmlns:a16="http://schemas.microsoft.com/office/drawing/2014/main" id="{B50E7B5A-8A94-4419-B81A-97E029AE4A8C}"/>
              </a:ext>
            </a:extLst>
          </p:cNvPr>
          <p:cNvSpPr>
            <a:spLocks noGrp="1"/>
          </p:cNvSpPr>
          <p:nvPr>
            <p:ph type="title"/>
          </p:nvPr>
        </p:nvSpPr>
        <p:spPr>
          <a:xfrm>
            <a:off x="466891" y="116632"/>
            <a:ext cx="11258218" cy="1143000"/>
          </a:xfrm>
          <a:prstGeom prst="rect">
            <a:avLst/>
          </a:prstGeom>
        </p:spPr>
        <p:txBody>
          <a:bodyPr>
            <a:normAutofit/>
          </a:bodyPr>
          <a:lstStyle>
            <a:lvl1pPr>
              <a:defRPr sz="2700"/>
            </a:lvl1pPr>
          </a:lstStyle>
          <a:p>
            <a:r>
              <a:rPr lang="en-US" dirty="0"/>
              <a:t>Click to edit Master title style</a:t>
            </a:r>
            <a:endParaRPr lang="en-GB" dirty="0"/>
          </a:p>
        </p:txBody>
      </p:sp>
    </p:spTree>
    <p:extLst>
      <p:ext uri="{BB962C8B-B14F-4D97-AF65-F5344CB8AC3E}">
        <p14:creationId xmlns:p14="http://schemas.microsoft.com/office/powerpoint/2010/main" val="637058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Custom">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3"/>
            <a:ext cx="5384800" cy="452596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3"/>
            <a:ext cx="5384800" cy="452596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BEE57D4-7D8E-4CAC-A6F8-EA8D2D023BF8}" type="datetime1">
              <a:rPr lang="en-US" smtClean="0"/>
              <a:t>2/11/2026</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3CBAC482-A8EE-46B0-8692-517A7423EF00}"/>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349589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2 Custom">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399898"/>
            <a:ext cx="10972800" cy="182879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09600" y="3611565"/>
            <a:ext cx="10972800" cy="2514601"/>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6DC5657-96FF-4603-9E96-6547A1338115}" type="datetime1">
              <a:rPr lang="en-US" smtClean="0"/>
              <a:t>2/11/2026</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2726C164-E959-4FFE-83BE-0B5745E96A4C}"/>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910779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535113"/>
            <a:ext cx="5386917" cy="639762"/>
          </a:xfrm>
        </p:spPr>
        <p:txBody>
          <a:bodyPr anchor="b"/>
          <a:lstStyle>
            <a:lvl1pPr marL="0" indent="0">
              <a:buNone/>
              <a:defRPr sz="1800" b="1">
                <a:solidFill>
                  <a:srgbClr val="0070C0"/>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solidFill>
                  <a:srgbClr val="0070C0"/>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8880000" y="36001"/>
            <a:ext cx="2844800" cy="365125"/>
          </a:xfrm>
          <a:prstGeom prst="rect">
            <a:avLst/>
          </a:prstGeom>
        </p:spPr>
        <p:txBody>
          <a:bodyPr/>
          <a:lstStyle/>
          <a:p>
            <a:fld id="{34D34F35-57AC-4AAB-AFB8-8AD2BF1D474A}" type="datetime1">
              <a:rPr lang="en-US" smtClean="0"/>
              <a:t>2/11/2026</a:t>
            </a:fld>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
        <p:nvSpPr>
          <p:cNvPr id="11" name="Title 1">
            <a:extLst>
              <a:ext uri="{FF2B5EF4-FFF2-40B4-BE49-F238E27FC236}">
                <a16:creationId xmlns:a16="http://schemas.microsoft.com/office/drawing/2014/main" id="{C8C00DE5-D6C4-4453-9FB6-84EB61F43BE9}"/>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784303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880000" y="36001"/>
            <a:ext cx="2844800" cy="365125"/>
          </a:xfrm>
          <a:prstGeom prst="rect">
            <a:avLst/>
          </a:prstGeom>
        </p:spPr>
        <p:txBody>
          <a:bodyPr/>
          <a:lstStyle/>
          <a:p>
            <a:fld id="{1C6CF003-7403-4364-812A-C53D3E68CF64}" type="datetime1">
              <a:rPr lang="en-US" smtClean="0"/>
              <a:t>2/11/2026</a:t>
            </a:fld>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F768BD67-5475-42A8-A4B4-36BD4F066A4E}"/>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80565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880000" y="36001"/>
            <a:ext cx="2844800" cy="365125"/>
          </a:xfrm>
          <a:prstGeom prst="rect">
            <a:avLst/>
          </a:prstGeom>
        </p:spPr>
        <p:txBody>
          <a:bodyPr/>
          <a:lstStyle/>
          <a:p>
            <a:fld id="{D79C06E5-F2B0-47D3-A6E8-A52CDE214C35}" type="datetime1">
              <a:rPr lang="en-US" smtClean="0"/>
              <a:t>2/11/2026</a:t>
            </a:fld>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77348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1268760"/>
            <a:ext cx="6815667" cy="485740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2" y="1268760"/>
            <a:ext cx="4011084" cy="485740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9ACB58B-10F4-424C-A445-BF4374629C10}" type="datetime1">
              <a:rPr lang="en-US" smtClean="0"/>
              <a:t>2/11/2026</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FC7CBFF2-52EA-42FC-9E65-B906936D3BD2}"/>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801217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1500" b="1">
                <a:solidFill>
                  <a:srgbClr val="0070C0"/>
                </a:solidFill>
              </a:defRPr>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GB" dirty="0"/>
          </a:p>
        </p:txBody>
      </p:sp>
      <p:sp>
        <p:nvSpPr>
          <p:cNvPr id="4" name="Text Placeholder 3"/>
          <p:cNvSpPr>
            <a:spLocks noGrp="1"/>
          </p:cNvSpPr>
          <p:nvPr>
            <p:ph type="body" sz="half" idx="2"/>
          </p:nvPr>
        </p:nvSpPr>
        <p:spPr>
          <a:xfrm>
            <a:off x="2389717" y="5367338"/>
            <a:ext cx="7315200" cy="58194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8035C2C3-DEFB-4B02-975D-80572CA7EC68}" type="datetime1">
              <a:rPr lang="en-US" smtClean="0"/>
              <a:t>2/11/2026</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939241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880000" y="36001"/>
            <a:ext cx="2844800" cy="365125"/>
          </a:xfrm>
          <a:prstGeom prst="rect">
            <a:avLst/>
          </a:prstGeom>
        </p:spPr>
        <p:txBody>
          <a:bodyPr/>
          <a:lstStyle/>
          <a:p>
            <a:fld id="{6CD7B941-69E9-485A-A9E3-D4284E128DFE}" type="datetime1">
              <a:rPr lang="en-US" smtClean="0"/>
              <a:t>2/11/2026</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8" name="Title 1">
            <a:extLst>
              <a:ext uri="{FF2B5EF4-FFF2-40B4-BE49-F238E27FC236}">
                <a16:creationId xmlns:a16="http://schemas.microsoft.com/office/drawing/2014/main" id="{8BB2DE76-B807-483C-A205-88E9D939A3FE}"/>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40486876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able layout">
    <p:spTree>
      <p:nvGrpSpPr>
        <p:cNvPr id="1" name=""/>
        <p:cNvGrpSpPr/>
        <p:nvPr/>
      </p:nvGrpSpPr>
      <p:grpSpPr>
        <a:xfrm>
          <a:off x="0" y="0"/>
          <a:ext cx="0" cy="0"/>
          <a:chOff x="0" y="0"/>
          <a:chExt cx="0" cy="0"/>
        </a:xfrm>
      </p:grpSpPr>
      <p:sp>
        <p:nvSpPr>
          <p:cNvPr id="6" name="Table Placeholder 5"/>
          <p:cNvSpPr>
            <a:spLocks noGrp="1"/>
          </p:cNvSpPr>
          <p:nvPr>
            <p:ph type="tbl" sz="quarter" idx="10"/>
          </p:nvPr>
        </p:nvSpPr>
        <p:spPr>
          <a:xfrm>
            <a:off x="911425" y="1124747"/>
            <a:ext cx="10177131" cy="5040559"/>
          </a:xfrm>
        </p:spPr>
        <p:txBody>
          <a:bodyPr/>
          <a:lstStyle/>
          <a:p>
            <a:r>
              <a:rPr lang="en-US"/>
              <a:t>Click icon to add table</a:t>
            </a:r>
            <a:endParaRPr lang="en-GB"/>
          </a:p>
        </p:txBody>
      </p:sp>
      <p:sp>
        <p:nvSpPr>
          <p:cNvPr id="4" name="Title 1">
            <a:extLst>
              <a:ext uri="{FF2B5EF4-FFF2-40B4-BE49-F238E27FC236}">
                <a16:creationId xmlns:a16="http://schemas.microsoft.com/office/drawing/2014/main" id="{DDEEBAC8-B1E0-4886-AB2D-153086C29E8F}"/>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
        <p:nvSpPr>
          <p:cNvPr id="2" name="Date Placeholder 1">
            <a:extLst>
              <a:ext uri="{FF2B5EF4-FFF2-40B4-BE49-F238E27FC236}">
                <a16:creationId xmlns:a16="http://schemas.microsoft.com/office/drawing/2014/main" id="{E0F40AFA-7E5B-4712-9D56-F8EC8EB9F889}"/>
              </a:ext>
            </a:extLst>
          </p:cNvPr>
          <p:cNvSpPr>
            <a:spLocks noGrp="1"/>
          </p:cNvSpPr>
          <p:nvPr>
            <p:ph type="dt" sz="half" idx="11"/>
          </p:nvPr>
        </p:nvSpPr>
        <p:spPr/>
        <p:txBody>
          <a:bodyPr/>
          <a:lstStyle/>
          <a:p>
            <a:fld id="{6C0063D3-2A43-4DB9-8D47-89A6771FB05A}" type="datetime1">
              <a:rPr lang="en-US" smtClean="0"/>
              <a:t>2/11/2026</a:t>
            </a:fld>
            <a:endParaRPr lang="en-US"/>
          </a:p>
        </p:txBody>
      </p:sp>
      <p:sp>
        <p:nvSpPr>
          <p:cNvPr id="3" name="Slide Number Placeholder 2">
            <a:extLst>
              <a:ext uri="{FF2B5EF4-FFF2-40B4-BE49-F238E27FC236}">
                <a16:creationId xmlns:a16="http://schemas.microsoft.com/office/drawing/2014/main" id="{736A8863-5F70-4C97-98BD-09D9B971BC33}"/>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531763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no lower ba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F60A20-0281-4C43-BE27-B924D0E7ED17}"/>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 name="Slide Number Placeholder 2">
            <a:extLst>
              <a:ext uri="{FF2B5EF4-FFF2-40B4-BE49-F238E27FC236}">
                <a16:creationId xmlns:a16="http://schemas.microsoft.com/office/drawing/2014/main" id="{089F1B26-40E6-4CAE-8C6C-21FFFE4BD390}"/>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2FD4EB5F-BBDF-43AA-B322-DBC2BE28694D}"/>
              </a:ext>
            </a:extLst>
          </p:cNvPr>
          <p:cNvSpPr>
            <a:spLocks noGrp="1"/>
          </p:cNvSpPr>
          <p:nvPr>
            <p:ph type="dt" sz="half" idx="11"/>
          </p:nvPr>
        </p:nvSpPr>
        <p:spPr/>
        <p:txBody>
          <a:bodyPr/>
          <a:lstStyle/>
          <a:p>
            <a:fld id="{77ACC131-13CF-4DFC-9B0D-CFEF39A54BC4}" type="datetime1">
              <a:rPr lang="en-US" smtClean="0"/>
              <a:t>2/11/2026</a:t>
            </a:fld>
            <a:endParaRPr lang="en-US"/>
          </a:p>
        </p:txBody>
      </p:sp>
      <p:sp>
        <p:nvSpPr>
          <p:cNvPr id="7" name="Content Placeholder 2">
            <a:extLst>
              <a:ext uri="{FF2B5EF4-FFF2-40B4-BE49-F238E27FC236}">
                <a16:creationId xmlns:a16="http://schemas.microsoft.com/office/drawing/2014/main" id="{483863AB-DB4E-4C36-8CA5-17ACC71D4FE8}"/>
              </a:ext>
            </a:extLst>
          </p:cNvPr>
          <p:cNvSpPr>
            <a:spLocks noGrp="1"/>
          </p:cNvSpPr>
          <p:nvPr>
            <p:ph idx="1"/>
          </p:nvPr>
        </p:nvSpPr>
        <p:spPr>
          <a:xfrm>
            <a:off x="609600" y="1600203"/>
            <a:ext cx="10972800" cy="4525963"/>
          </a:xfrm>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1">
            <a:extLst>
              <a:ext uri="{FF2B5EF4-FFF2-40B4-BE49-F238E27FC236}">
                <a16:creationId xmlns:a16="http://schemas.microsoft.com/office/drawing/2014/main" id="{FC9FE2E9-EA17-4993-81DE-DC9234476217}"/>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5691034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le layout no lower ba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9025CA-D659-4F0E-B2BC-5670EA697D78}"/>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 name="Date Placeholder 3">
            <a:extLst>
              <a:ext uri="{FF2B5EF4-FFF2-40B4-BE49-F238E27FC236}">
                <a16:creationId xmlns:a16="http://schemas.microsoft.com/office/drawing/2014/main" id="{EA1446E3-8C4A-42E7-BE9B-A20FE15EBB4D}"/>
              </a:ext>
            </a:extLst>
          </p:cNvPr>
          <p:cNvSpPr>
            <a:spLocks noGrp="1"/>
          </p:cNvSpPr>
          <p:nvPr>
            <p:ph type="dt" sz="half" idx="11"/>
          </p:nvPr>
        </p:nvSpPr>
        <p:spPr/>
        <p:txBody>
          <a:bodyPr/>
          <a:lstStyle/>
          <a:p>
            <a:fld id="{D1284D54-D95C-4925-AA43-1C4AD3526BE4}" type="datetime1">
              <a:rPr lang="en-US" smtClean="0"/>
              <a:t>2/11/2026</a:t>
            </a:fld>
            <a:endParaRPr lang="en-US"/>
          </a:p>
        </p:txBody>
      </p:sp>
      <p:sp>
        <p:nvSpPr>
          <p:cNvPr id="5" name="Table Placeholder 5">
            <a:extLst>
              <a:ext uri="{FF2B5EF4-FFF2-40B4-BE49-F238E27FC236}">
                <a16:creationId xmlns:a16="http://schemas.microsoft.com/office/drawing/2014/main" id="{FA838B6A-6053-4332-A15B-E3F8897A0702}"/>
              </a:ext>
            </a:extLst>
          </p:cNvPr>
          <p:cNvSpPr>
            <a:spLocks noGrp="1"/>
          </p:cNvSpPr>
          <p:nvPr>
            <p:ph type="tbl" sz="quarter" idx="12"/>
          </p:nvPr>
        </p:nvSpPr>
        <p:spPr>
          <a:xfrm>
            <a:off x="911425" y="1124747"/>
            <a:ext cx="10177131" cy="5040559"/>
          </a:xfrm>
        </p:spPr>
        <p:txBody>
          <a:bodyPr/>
          <a:lstStyle/>
          <a:p>
            <a:r>
              <a:rPr lang="en-US"/>
              <a:t>Click icon to add table</a:t>
            </a:r>
            <a:endParaRPr lang="en-GB"/>
          </a:p>
        </p:txBody>
      </p:sp>
      <p:sp>
        <p:nvSpPr>
          <p:cNvPr id="8" name="Title 1">
            <a:extLst>
              <a:ext uri="{FF2B5EF4-FFF2-40B4-BE49-F238E27FC236}">
                <a16:creationId xmlns:a16="http://schemas.microsoft.com/office/drawing/2014/main" id="{FE78A6AA-4739-4B5C-AD8B-DCA3F0FE9610}"/>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4272615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able layout no lower bar with table 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9025CA-D659-4F0E-B2BC-5670EA697D78}"/>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 name="Date Placeholder 3">
            <a:extLst>
              <a:ext uri="{FF2B5EF4-FFF2-40B4-BE49-F238E27FC236}">
                <a16:creationId xmlns:a16="http://schemas.microsoft.com/office/drawing/2014/main" id="{EA1446E3-8C4A-42E7-BE9B-A20FE15EBB4D}"/>
              </a:ext>
            </a:extLst>
          </p:cNvPr>
          <p:cNvSpPr>
            <a:spLocks noGrp="1"/>
          </p:cNvSpPr>
          <p:nvPr>
            <p:ph type="dt" sz="half" idx="11"/>
          </p:nvPr>
        </p:nvSpPr>
        <p:spPr/>
        <p:txBody>
          <a:bodyPr/>
          <a:lstStyle/>
          <a:p>
            <a:fld id="{6A82D370-C2FB-4F50-A2B2-FFE2C3631AA0}" type="datetime1">
              <a:rPr lang="en-US" smtClean="0"/>
              <a:t>2/11/2026</a:t>
            </a:fld>
            <a:endParaRPr lang="en-US"/>
          </a:p>
        </p:txBody>
      </p:sp>
      <p:sp>
        <p:nvSpPr>
          <p:cNvPr id="5" name="Table Placeholder 5">
            <a:extLst>
              <a:ext uri="{FF2B5EF4-FFF2-40B4-BE49-F238E27FC236}">
                <a16:creationId xmlns:a16="http://schemas.microsoft.com/office/drawing/2014/main" id="{FA838B6A-6053-4332-A15B-E3F8897A0702}"/>
              </a:ext>
            </a:extLst>
          </p:cNvPr>
          <p:cNvSpPr>
            <a:spLocks noGrp="1"/>
          </p:cNvSpPr>
          <p:nvPr>
            <p:ph type="tbl" sz="quarter" idx="12"/>
          </p:nvPr>
        </p:nvSpPr>
        <p:spPr>
          <a:xfrm>
            <a:off x="889463" y="2144684"/>
            <a:ext cx="10199094" cy="4020622"/>
          </a:xfrm>
        </p:spPr>
        <p:txBody>
          <a:bodyPr/>
          <a:lstStyle/>
          <a:p>
            <a:r>
              <a:rPr lang="en-US" dirty="0"/>
              <a:t>Click icon to add table</a:t>
            </a:r>
            <a:endParaRPr lang="en-GB" dirty="0"/>
          </a:p>
        </p:txBody>
      </p:sp>
      <p:sp>
        <p:nvSpPr>
          <p:cNvPr id="8" name="Text Placeholder 13">
            <a:extLst>
              <a:ext uri="{FF2B5EF4-FFF2-40B4-BE49-F238E27FC236}">
                <a16:creationId xmlns:a16="http://schemas.microsoft.com/office/drawing/2014/main" id="{57CEFB6B-53C1-42B9-9BF3-642691AACDC8}"/>
              </a:ext>
            </a:extLst>
          </p:cNvPr>
          <p:cNvSpPr>
            <a:spLocks noGrp="1"/>
          </p:cNvSpPr>
          <p:nvPr>
            <p:ph type="body" sz="quarter" idx="14"/>
          </p:nvPr>
        </p:nvSpPr>
        <p:spPr>
          <a:xfrm>
            <a:off x="609601" y="1469880"/>
            <a:ext cx="10972800"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
        <p:nvSpPr>
          <p:cNvPr id="9" name="Title 1">
            <a:extLst>
              <a:ext uri="{FF2B5EF4-FFF2-40B4-BE49-F238E27FC236}">
                <a16:creationId xmlns:a16="http://schemas.microsoft.com/office/drawing/2014/main" id="{E67739B6-62DA-4225-8C3D-4F7FFB7373BB}"/>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6059529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Narrow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A45DB-BEFD-4107-922A-A2B91DA72FE1}"/>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
        <p:nvSpPr>
          <p:cNvPr id="3" name="Slide Number Placeholder 2">
            <a:extLst>
              <a:ext uri="{FF2B5EF4-FFF2-40B4-BE49-F238E27FC236}">
                <a16:creationId xmlns:a16="http://schemas.microsoft.com/office/drawing/2014/main" id="{83A92B49-EFFB-4EF1-85ED-7BEBA829EF6B}"/>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E6BA49CC-5D1D-4EB3-AEFB-0CAF5DA01019}"/>
              </a:ext>
            </a:extLst>
          </p:cNvPr>
          <p:cNvSpPr>
            <a:spLocks noGrp="1"/>
          </p:cNvSpPr>
          <p:nvPr>
            <p:ph type="dt" sz="half" idx="11"/>
          </p:nvPr>
        </p:nvSpPr>
        <p:spPr/>
        <p:txBody>
          <a:bodyPr/>
          <a:lstStyle/>
          <a:p>
            <a:fld id="{8FE7647C-A8DA-4535-9F06-83401DD8669E}" type="datetime1">
              <a:rPr lang="en-US" smtClean="0"/>
              <a:t>2/11/2026</a:t>
            </a:fld>
            <a:endParaRPr lang="en-US"/>
          </a:p>
        </p:txBody>
      </p:sp>
      <p:sp>
        <p:nvSpPr>
          <p:cNvPr id="8" name="Content Placeholder 2">
            <a:extLst>
              <a:ext uri="{FF2B5EF4-FFF2-40B4-BE49-F238E27FC236}">
                <a16:creationId xmlns:a16="http://schemas.microsoft.com/office/drawing/2014/main" id="{A238319E-C55C-4C7D-9DE4-DF16081972E8}"/>
              </a:ext>
            </a:extLst>
          </p:cNvPr>
          <p:cNvSpPr>
            <a:spLocks noGrp="1"/>
          </p:cNvSpPr>
          <p:nvPr>
            <p:ph sz="half" idx="1"/>
          </p:nvPr>
        </p:nvSpPr>
        <p:spPr>
          <a:xfrm>
            <a:off x="3770334" y="1261954"/>
            <a:ext cx="7812066" cy="475933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2">
            <a:extLst>
              <a:ext uri="{FF2B5EF4-FFF2-40B4-BE49-F238E27FC236}">
                <a16:creationId xmlns:a16="http://schemas.microsoft.com/office/drawing/2014/main" id="{F3E41DED-08E3-4145-AA90-BC9385880CF4}"/>
              </a:ext>
            </a:extLst>
          </p:cNvPr>
          <p:cNvSpPr>
            <a:spLocks noGrp="1"/>
          </p:cNvSpPr>
          <p:nvPr>
            <p:ph sz="half" idx="12"/>
          </p:nvPr>
        </p:nvSpPr>
        <p:spPr>
          <a:xfrm>
            <a:off x="609601" y="1261954"/>
            <a:ext cx="2997895" cy="475933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6233295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 Three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745A7203-D5A1-404D-8437-D635E03A7299}" type="datetime1">
              <a:rPr lang="en-US" smtClean="0"/>
              <a:t>2/11/2026</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261953"/>
            <a:ext cx="5669535" cy="536558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 name="Content Placeholder 2">
            <a:extLst>
              <a:ext uri="{FF2B5EF4-FFF2-40B4-BE49-F238E27FC236}">
                <a16:creationId xmlns:a16="http://schemas.microsoft.com/office/drawing/2014/main" id="{3D8B041D-E134-4B62-A4BC-A12CE4E35896}"/>
              </a:ext>
            </a:extLst>
          </p:cNvPr>
          <p:cNvSpPr>
            <a:spLocks noGrp="1"/>
          </p:cNvSpPr>
          <p:nvPr>
            <p:ph sz="half" idx="12"/>
          </p:nvPr>
        </p:nvSpPr>
        <p:spPr>
          <a:xfrm>
            <a:off x="346033" y="1261955"/>
            <a:ext cx="5669534" cy="1493945"/>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2826645"/>
            <a:ext cx="5669534" cy="380089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28296775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 Three Content With Head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0BFD1247-DCC1-486C-82A5-541CCEF1F3A5}" type="datetime1">
              <a:rPr lang="en-US" smtClean="0"/>
              <a:t>2/11/2026</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670857"/>
            <a:ext cx="5669535" cy="495668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 name="Content Placeholder 2">
            <a:extLst>
              <a:ext uri="{FF2B5EF4-FFF2-40B4-BE49-F238E27FC236}">
                <a16:creationId xmlns:a16="http://schemas.microsoft.com/office/drawing/2014/main" id="{3D8B041D-E134-4B62-A4BC-A12CE4E35896}"/>
              </a:ext>
            </a:extLst>
          </p:cNvPr>
          <p:cNvSpPr>
            <a:spLocks noGrp="1"/>
          </p:cNvSpPr>
          <p:nvPr>
            <p:ph sz="half" idx="12"/>
          </p:nvPr>
        </p:nvSpPr>
        <p:spPr>
          <a:xfrm>
            <a:off x="346033" y="1261955"/>
            <a:ext cx="5669534" cy="1817472"/>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3150172"/>
            <a:ext cx="5669534" cy="3477370"/>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
        <p:nvSpPr>
          <p:cNvPr id="11" name="Text Placeholder 13">
            <a:extLst>
              <a:ext uri="{FF2B5EF4-FFF2-40B4-BE49-F238E27FC236}">
                <a16:creationId xmlns:a16="http://schemas.microsoft.com/office/drawing/2014/main" id="{83B3A65B-C338-407C-869F-D257AB93E55C}"/>
              </a:ext>
            </a:extLst>
          </p:cNvPr>
          <p:cNvSpPr>
            <a:spLocks noGrp="1"/>
          </p:cNvSpPr>
          <p:nvPr>
            <p:ph type="body" sz="quarter" idx="14"/>
          </p:nvPr>
        </p:nvSpPr>
        <p:spPr>
          <a:xfrm>
            <a:off x="6176432" y="1262063"/>
            <a:ext cx="5669533"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Tree>
    <p:extLst>
      <p:ext uri="{BB962C8B-B14F-4D97-AF65-F5344CB8AC3E}">
        <p14:creationId xmlns:p14="http://schemas.microsoft.com/office/powerpoint/2010/main" val="8727694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Two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28B0BFEB-9524-4D59-9A4D-06779128F7EF}" type="datetime1">
              <a:rPr lang="en-US" smtClean="0"/>
              <a:t>2/11/2026</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262063"/>
            <a:ext cx="5669535" cy="536547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1262063"/>
            <a:ext cx="5669534" cy="5365479"/>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12597967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Two Content With Head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2053FF58-67C2-42AA-A944-B4637ED5D3E3}" type="datetime1">
              <a:rPr lang="en-US" smtClean="0"/>
              <a:t>2/11/2026</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670857"/>
            <a:ext cx="5669535" cy="495668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1262063"/>
            <a:ext cx="5669534" cy="5365479"/>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
        <p:nvSpPr>
          <p:cNvPr id="11" name="Text Placeholder 13">
            <a:extLst>
              <a:ext uri="{FF2B5EF4-FFF2-40B4-BE49-F238E27FC236}">
                <a16:creationId xmlns:a16="http://schemas.microsoft.com/office/drawing/2014/main" id="{83B3A65B-C338-407C-869F-D257AB93E55C}"/>
              </a:ext>
            </a:extLst>
          </p:cNvPr>
          <p:cNvSpPr>
            <a:spLocks noGrp="1"/>
          </p:cNvSpPr>
          <p:nvPr>
            <p:ph type="body" sz="quarter" idx="14"/>
          </p:nvPr>
        </p:nvSpPr>
        <p:spPr>
          <a:xfrm>
            <a:off x="6176432" y="1262063"/>
            <a:ext cx="5669533"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Tree>
    <p:extLst>
      <p:ext uri="{BB962C8B-B14F-4D97-AF65-F5344CB8AC3E}">
        <p14:creationId xmlns:p14="http://schemas.microsoft.com/office/powerpoint/2010/main" val="41259309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lar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F60A20-0281-4C43-BE27-B924D0E7ED17}"/>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 name="Slide Number Placeholder 2">
            <a:extLst>
              <a:ext uri="{FF2B5EF4-FFF2-40B4-BE49-F238E27FC236}">
                <a16:creationId xmlns:a16="http://schemas.microsoft.com/office/drawing/2014/main" id="{089F1B26-40E6-4CAE-8C6C-21FFFE4BD390}"/>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2FD4EB5F-BBDF-43AA-B322-DBC2BE28694D}"/>
              </a:ext>
            </a:extLst>
          </p:cNvPr>
          <p:cNvSpPr>
            <a:spLocks noGrp="1"/>
          </p:cNvSpPr>
          <p:nvPr>
            <p:ph type="dt" sz="half" idx="11"/>
          </p:nvPr>
        </p:nvSpPr>
        <p:spPr/>
        <p:txBody>
          <a:bodyPr/>
          <a:lstStyle/>
          <a:p>
            <a:fld id="{3A90985E-7D06-474A-B35F-C7E47130AC86}" type="datetime1">
              <a:rPr lang="en-US" smtClean="0"/>
              <a:t>2/11/2026</a:t>
            </a:fld>
            <a:endParaRPr lang="en-US"/>
          </a:p>
        </p:txBody>
      </p:sp>
      <p:sp>
        <p:nvSpPr>
          <p:cNvPr id="7" name="Content Placeholder 2">
            <a:extLst>
              <a:ext uri="{FF2B5EF4-FFF2-40B4-BE49-F238E27FC236}">
                <a16:creationId xmlns:a16="http://schemas.microsoft.com/office/drawing/2014/main" id="{483863AB-DB4E-4C36-8CA5-17ACC71D4FE8}"/>
              </a:ext>
            </a:extLst>
          </p:cNvPr>
          <p:cNvSpPr>
            <a:spLocks noGrp="1"/>
          </p:cNvSpPr>
          <p:nvPr>
            <p:ph idx="1"/>
          </p:nvPr>
        </p:nvSpPr>
        <p:spPr>
          <a:xfrm>
            <a:off x="609600" y="1502228"/>
            <a:ext cx="10972800" cy="5202000"/>
          </a:xfrm>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1">
            <a:extLst>
              <a:ext uri="{FF2B5EF4-FFF2-40B4-BE49-F238E27FC236}">
                <a16:creationId xmlns:a16="http://schemas.microsoft.com/office/drawing/2014/main" id="{FC9FE2E9-EA17-4993-81DE-DC9234476217}"/>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8103434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3C0C-AEBA-E86E-8B6F-0FF83D0FC697}"/>
              </a:ext>
            </a:extLst>
          </p:cNvPr>
          <p:cNvSpPr/>
          <p:nvPr userDrawn="1"/>
        </p:nvSpPr>
        <p:spPr>
          <a:xfrm>
            <a:off x="0" y="484909"/>
            <a:ext cx="12192000" cy="3783758"/>
          </a:xfrm>
          <a:prstGeom prst="rect">
            <a:avLst/>
          </a:prstGeom>
          <a:solidFill>
            <a:srgbClr val="0033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Subtitle 1">
            <a:extLst>
              <a:ext uri="{FF2B5EF4-FFF2-40B4-BE49-F238E27FC236}">
                <a16:creationId xmlns:a16="http://schemas.microsoft.com/office/drawing/2014/main" id="{64C2CEE0-D7BB-4FF5-8100-D77091DA031B}"/>
              </a:ext>
            </a:extLst>
          </p:cNvPr>
          <p:cNvSpPr>
            <a:spLocks noGrp="1"/>
          </p:cNvSpPr>
          <p:nvPr>
            <p:ph type="body" sz="quarter" idx="10"/>
          </p:nvPr>
        </p:nvSpPr>
        <p:spPr>
          <a:xfrm>
            <a:off x="783024" y="3062978"/>
            <a:ext cx="6874596" cy="914400"/>
          </a:xfrm>
        </p:spPr>
        <p:txBody>
          <a:bodyPr/>
          <a:lstStyle>
            <a:lvl1pPr marL="0" indent="0">
              <a:buNone/>
              <a:defRPr>
                <a:solidFill>
                  <a:schemeClr val="bg1"/>
                </a:solidFill>
              </a:defRPr>
            </a:lvl1pPr>
          </a:lstStyle>
          <a:p>
            <a:pPr lvl="0"/>
            <a:r>
              <a:rPr lang="en-US" dirty="0"/>
              <a:t>Click to edit Master text styles</a:t>
            </a:r>
          </a:p>
        </p:txBody>
      </p:sp>
      <p:sp>
        <p:nvSpPr>
          <p:cNvPr id="8" name="Title 1">
            <a:extLst>
              <a:ext uri="{FF2B5EF4-FFF2-40B4-BE49-F238E27FC236}">
                <a16:creationId xmlns:a16="http://schemas.microsoft.com/office/drawing/2014/main" id="{6ED94B88-53B3-4369-845C-02659BC1E760}"/>
              </a:ext>
            </a:extLst>
          </p:cNvPr>
          <p:cNvSpPr>
            <a:spLocks noGrp="1"/>
          </p:cNvSpPr>
          <p:nvPr>
            <p:ph type="title"/>
          </p:nvPr>
        </p:nvSpPr>
        <p:spPr>
          <a:xfrm>
            <a:off x="609600" y="1836738"/>
            <a:ext cx="10972800" cy="1143000"/>
          </a:xfrm>
        </p:spPr>
        <p:txBody>
          <a:bodyPr/>
          <a:lstStyle>
            <a:lvl1pPr>
              <a:defRPr/>
            </a:lvl1pPr>
          </a:lstStyle>
          <a:p>
            <a:r>
              <a:rPr lang="en-US" dirty="0"/>
              <a:t>Click to edit Master title style</a:t>
            </a:r>
          </a:p>
        </p:txBody>
      </p:sp>
      <p:pic>
        <p:nvPicPr>
          <p:cNvPr id="3" name="Picture 2">
            <a:extLst>
              <a:ext uri="{FF2B5EF4-FFF2-40B4-BE49-F238E27FC236}">
                <a16:creationId xmlns:a16="http://schemas.microsoft.com/office/drawing/2014/main" id="{5A1F4DD4-D91B-58FD-E74E-D15A8967EF33}"/>
              </a:ext>
              <a:ext uri="{C183D7F6-B498-43B3-948B-1728B52AA6E4}">
                <adec:decorative xmlns:adec="http://schemas.microsoft.com/office/drawing/2017/decorative" val="1"/>
              </a:ext>
            </a:extLst>
          </p:cNvPr>
          <p:cNvPicPr>
            <a:picLocks noChangeAspect="1"/>
          </p:cNvPicPr>
          <p:nvPr userDrawn="1"/>
        </p:nvPicPr>
        <p:blipFill>
          <a:blip r:embed="rId2">
            <a:clrChange>
              <a:clrFrom>
                <a:srgbClr val="6C6C6C"/>
              </a:clrFrom>
              <a:clrTo>
                <a:srgbClr val="6C6C6C">
                  <a:alpha val="0"/>
                </a:srgbClr>
              </a:clrTo>
            </a:clrChange>
            <a:biLevel thresh="25000"/>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609600" y="3031497"/>
            <a:ext cx="8241792" cy="1143000"/>
          </a:xfrm>
          <a:prstGeom prst="rect">
            <a:avLst/>
          </a:prstGeom>
        </p:spPr>
      </p:pic>
    </p:spTree>
    <p:extLst>
      <p:ext uri="{BB962C8B-B14F-4D97-AF65-F5344CB8AC3E}">
        <p14:creationId xmlns:p14="http://schemas.microsoft.com/office/powerpoint/2010/main" val="20952238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4780838C-3F0F-4C56-A54B-E75BFAEF3EBF}" type="datetime1">
              <a:rPr lang="en-US" smtClean="0"/>
              <a:t>2/11/2026</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
        <p:nvSpPr>
          <p:cNvPr id="7" name="Title 1">
            <a:extLst>
              <a:ext uri="{FF2B5EF4-FFF2-40B4-BE49-F238E27FC236}">
                <a16:creationId xmlns:a16="http://schemas.microsoft.com/office/drawing/2014/main" id="{6E4CAB20-DFBA-4C8C-96F6-ED6B2E1DA1FD}"/>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36466045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Custom">
    <p:spTree>
      <p:nvGrpSpPr>
        <p:cNvPr id="1" name=""/>
        <p:cNvGrpSpPr/>
        <p:nvPr/>
      </p:nvGrpSpPr>
      <p:grpSpPr>
        <a:xfrm>
          <a:off x="0" y="0"/>
          <a:ext cx="0" cy="0"/>
          <a:chOff x="0" y="0"/>
          <a:chExt cx="0" cy="0"/>
        </a:xfrm>
      </p:grpSpPr>
      <p:sp>
        <p:nvSpPr>
          <p:cNvPr id="3" name="text_body"/>
          <p:cNvSpPr>
            <a:spLocks noGrp="1"/>
          </p:cNvSpPr>
          <p:nvPr>
            <p:ph idx="1"/>
          </p:nvPr>
        </p:nvSpPr>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868C4E2E-3E78-4EB0-8872-48B82637C03A}" type="datetime1">
              <a:rPr lang="en-US" smtClean="0"/>
              <a:t>2/11/2026</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CCFA2143-B3B9-4EC7-BC35-3ABFA6F994ED}"/>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41614593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Table + Legend Custom">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99035"/>
            <a:ext cx="10972800" cy="4525963"/>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737600" y="227186"/>
            <a:ext cx="2844800" cy="365125"/>
          </a:xfrm>
          <a:prstGeom prst="rect">
            <a:avLst/>
          </a:prstGeom>
        </p:spPr>
        <p:txBody>
          <a:bodyPr/>
          <a:lstStyle/>
          <a:p>
            <a:fld id="{A2811E2C-04DE-4A46-9DBA-B7D0553EFCE2}" type="datetime1">
              <a:rPr lang="en-US" smtClean="0"/>
              <a:t>2/11/2026</a:t>
            </a:fld>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Content Placeholder 2">
            <a:extLst>
              <a:ext uri="{FF2B5EF4-FFF2-40B4-BE49-F238E27FC236}">
                <a16:creationId xmlns:a16="http://schemas.microsoft.com/office/drawing/2014/main" id="{1454253E-E317-4374-BAC4-6FB2A0F0ED8C}"/>
              </a:ext>
            </a:extLst>
          </p:cNvPr>
          <p:cNvSpPr>
            <a:spLocks noGrp="1"/>
          </p:cNvSpPr>
          <p:nvPr>
            <p:ph idx="13"/>
          </p:nvPr>
        </p:nvSpPr>
        <p:spPr>
          <a:xfrm>
            <a:off x="10872216" y="1508760"/>
            <a:ext cx="1191221" cy="2218630"/>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itle 1">
            <a:extLst>
              <a:ext uri="{FF2B5EF4-FFF2-40B4-BE49-F238E27FC236}">
                <a16:creationId xmlns:a16="http://schemas.microsoft.com/office/drawing/2014/main" id="{54F30AE5-142E-4C25-87BA-B8565844BFEF}"/>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11370791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Image Custom">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036320"/>
            <a:ext cx="10972800" cy="4924865"/>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125157" y="1108273"/>
            <a:ext cx="2844800" cy="365125"/>
          </a:xfrm>
          <a:prstGeom prst="rect">
            <a:avLst/>
          </a:prstGeom>
        </p:spPr>
        <p:txBody>
          <a:bodyPr/>
          <a:lstStyle/>
          <a:p>
            <a:fld id="{593788E6-9A74-4943-A0AF-90283E3D6202}" type="datetime1">
              <a:rPr lang="en-US" smtClean="0"/>
              <a:t>2/11/2026</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EDAC0E46-F1A5-4422-A5E2-124A22C145CD}"/>
              </a:ext>
            </a:extLst>
          </p:cNvPr>
          <p:cNvSpPr>
            <a:spLocks noGrp="1"/>
          </p:cNvSpPr>
          <p:nvPr>
            <p:ph type="title"/>
          </p:nvPr>
        </p:nvSpPr>
        <p:spPr>
          <a:xfrm>
            <a:off x="609600" y="147836"/>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27676292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3000" b="1" cap="all">
                <a:solidFill>
                  <a:srgbClr val="0070C0"/>
                </a:solidFill>
              </a:defRPr>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3352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C820DED6-3765-4534-B532-0657F89EB4C9}" type="datetime1">
              <a:rPr lang="en-US" smtClean="0"/>
              <a:t>2/11/2026</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8" name="Title 1">
            <a:extLst>
              <a:ext uri="{FF2B5EF4-FFF2-40B4-BE49-F238E27FC236}">
                <a16:creationId xmlns:a16="http://schemas.microsoft.com/office/drawing/2014/main" id="{B50E7B5A-8A94-4419-B81A-97E029AE4A8C}"/>
              </a:ext>
            </a:extLst>
          </p:cNvPr>
          <p:cNvSpPr>
            <a:spLocks noGrp="1"/>
          </p:cNvSpPr>
          <p:nvPr>
            <p:ph type="title"/>
          </p:nvPr>
        </p:nvSpPr>
        <p:spPr>
          <a:xfrm>
            <a:off x="466891" y="116632"/>
            <a:ext cx="11258218" cy="1143000"/>
          </a:xfrm>
          <a:prstGeom prst="rect">
            <a:avLst/>
          </a:prstGeom>
        </p:spPr>
        <p:txBody>
          <a:bodyPr>
            <a:normAutofit/>
          </a:bodyPr>
          <a:lstStyle>
            <a:lvl1pPr>
              <a:defRPr sz="2700"/>
            </a:lvl1pPr>
          </a:lstStyle>
          <a:p>
            <a:r>
              <a:rPr lang="en-US" dirty="0"/>
              <a:t>Click to edit Master title style</a:t>
            </a:r>
            <a:endParaRPr lang="en-GB" dirty="0"/>
          </a:p>
        </p:txBody>
      </p:sp>
    </p:spTree>
    <p:extLst>
      <p:ext uri="{BB962C8B-B14F-4D97-AF65-F5344CB8AC3E}">
        <p14:creationId xmlns:p14="http://schemas.microsoft.com/office/powerpoint/2010/main" val="37018753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ntent Custom">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3"/>
            <a:ext cx="5384800" cy="452596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3"/>
            <a:ext cx="5384800" cy="452596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BEE57D4-7D8E-4CAC-A6F8-EA8D2D023BF8}" type="datetime1">
              <a:rPr lang="en-US" smtClean="0"/>
              <a:t>2/11/2026</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3CBAC482-A8EE-46B0-8692-517A7423EF00}"/>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3504577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ntent 2 Custom">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399898"/>
            <a:ext cx="10972800" cy="182879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09600" y="3611565"/>
            <a:ext cx="10972800" cy="2514601"/>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6DC5657-96FF-4603-9E96-6547A1338115}" type="datetime1">
              <a:rPr lang="en-US" smtClean="0"/>
              <a:t>2/11/2026</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2726C164-E959-4FFE-83BE-0B5745E96A4C}"/>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30553699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535113"/>
            <a:ext cx="5386917" cy="639762"/>
          </a:xfrm>
        </p:spPr>
        <p:txBody>
          <a:bodyPr anchor="b"/>
          <a:lstStyle>
            <a:lvl1pPr marL="0" indent="0">
              <a:buNone/>
              <a:defRPr sz="1800" b="1">
                <a:solidFill>
                  <a:srgbClr val="0070C0"/>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solidFill>
                  <a:srgbClr val="0070C0"/>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8880000" y="36001"/>
            <a:ext cx="2844800" cy="365125"/>
          </a:xfrm>
          <a:prstGeom prst="rect">
            <a:avLst/>
          </a:prstGeom>
        </p:spPr>
        <p:txBody>
          <a:bodyPr/>
          <a:lstStyle/>
          <a:p>
            <a:fld id="{34D34F35-57AC-4AAB-AFB8-8AD2BF1D474A}" type="datetime1">
              <a:rPr lang="en-US" smtClean="0"/>
              <a:t>2/11/2026</a:t>
            </a:fld>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
        <p:nvSpPr>
          <p:cNvPr id="11" name="Title 1">
            <a:extLst>
              <a:ext uri="{FF2B5EF4-FFF2-40B4-BE49-F238E27FC236}">
                <a16:creationId xmlns:a16="http://schemas.microsoft.com/office/drawing/2014/main" id="{C8C00DE5-D6C4-4453-9FB6-84EB61F43BE9}"/>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31906569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880000" y="36001"/>
            <a:ext cx="2844800" cy="365125"/>
          </a:xfrm>
          <a:prstGeom prst="rect">
            <a:avLst/>
          </a:prstGeom>
        </p:spPr>
        <p:txBody>
          <a:bodyPr/>
          <a:lstStyle/>
          <a:p>
            <a:fld id="{1C6CF003-7403-4364-812A-C53D3E68CF64}" type="datetime1">
              <a:rPr lang="en-US" smtClean="0"/>
              <a:t>2/11/2026</a:t>
            </a:fld>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F768BD67-5475-42A8-A4B4-36BD4F066A4E}"/>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39558462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880000" y="36001"/>
            <a:ext cx="2844800" cy="365125"/>
          </a:xfrm>
          <a:prstGeom prst="rect">
            <a:avLst/>
          </a:prstGeom>
        </p:spPr>
        <p:txBody>
          <a:bodyPr/>
          <a:lstStyle/>
          <a:p>
            <a:fld id="{D79C06E5-F2B0-47D3-A6E8-A52CDE214C35}" type="datetime1">
              <a:rPr lang="en-US" smtClean="0"/>
              <a:t>2/11/2026</a:t>
            </a:fld>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9940485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1268760"/>
            <a:ext cx="6815667" cy="485740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2" y="1268760"/>
            <a:ext cx="4011084" cy="485740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9ACB58B-10F4-424C-A445-BF4374629C10}" type="datetime1">
              <a:rPr lang="en-US" smtClean="0"/>
              <a:t>2/11/2026</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FC7CBFF2-52EA-42FC-9E65-B906936D3BD2}"/>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22464386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1500" b="1">
                <a:solidFill>
                  <a:srgbClr val="0070C0"/>
                </a:solidFill>
              </a:defRPr>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GB" dirty="0"/>
          </a:p>
        </p:txBody>
      </p:sp>
      <p:sp>
        <p:nvSpPr>
          <p:cNvPr id="4" name="Text Placeholder 3"/>
          <p:cNvSpPr>
            <a:spLocks noGrp="1"/>
          </p:cNvSpPr>
          <p:nvPr>
            <p:ph type="body" sz="half" idx="2"/>
          </p:nvPr>
        </p:nvSpPr>
        <p:spPr>
          <a:xfrm>
            <a:off x="2389717" y="5367338"/>
            <a:ext cx="7315200" cy="58194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8035C2C3-DEFB-4B02-975D-80572CA7EC68}" type="datetime1">
              <a:rPr lang="en-US" smtClean="0"/>
              <a:t>2/11/2026</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63501892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880000" y="36001"/>
            <a:ext cx="2844800" cy="365125"/>
          </a:xfrm>
          <a:prstGeom prst="rect">
            <a:avLst/>
          </a:prstGeom>
        </p:spPr>
        <p:txBody>
          <a:bodyPr/>
          <a:lstStyle/>
          <a:p>
            <a:fld id="{6CD7B941-69E9-485A-A9E3-D4284E128DFE}" type="datetime1">
              <a:rPr lang="en-US" smtClean="0"/>
              <a:t>2/11/2026</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8" name="Title 1">
            <a:extLst>
              <a:ext uri="{FF2B5EF4-FFF2-40B4-BE49-F238E27FC236}">
                <a16:creationId xmlns:a16="http://schemas.microsoft.com/office/drawing/2014/main" id="{8BB2DE76-B807-483C-A205-88E9D939A3FE}"/>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9623065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6" name="Table Placeholder 5"/>
          <p:cNvSpPr>
            <a:spLocks noGrp="1"/>
          </p:cNvSpPr>
          <p:nvPr>
            <p:ph type="tbl" sz="quarter" idx="10"/>
          </p:nvPr>
        </p:nvSpPr>
        <p:spPr>
          <a:xfrm>
            <a:off x="911425" y="1124747"/>
            <a:ext cx="10177131" cy="5040559"/>
          </a:xfrm>
        </p:spPr>
        <p:txBody>
          <a:bodyPr/>
          <a:lstStyle/>
          <a:p>
            <a:r>
              <a:rPr lang="en-US"/>
              <a:t>Click icon to add table</a:t>
            </a:r>
            <a:endParaRPr lang="en-GB"/>
          </a:p>
        </p:txBody>
      </p:sp>
      <p:sp>
        <p:nvSpPr>
          <p:cNvPr id="4" name="Title 1">
            <a:extLst>
              <a:ext uri="{FF2B5EF4-FFF2-40B4-BE49-F238E27FC236}">
                <a16:creationId xmlns:a16="http://schemas.microsoft.com/office/drawing/2014/main" id="{DDEEBAC8-B1E0-4886-AB2D-153086C29E8F}"/>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
        <p:nvSpPr>
          <p:cNvPr id="2" name="Date Placeholder 1">
            <a:extLst>
              <a:ext uri="{FF2B5EF4-FFF2-40B4-BE49-F238E27FC236}">
                <a16:creationId xmlns:a16="http://schemas.microsoft.com/office/drawing/2014/main" id="{E0F40AFA-7E5B-4712-9D56-F8EC8EB9F889}"/>
              </a:ext>
            </a:extLst>
          </p:cNvPr>
          <p:cNvSpPr>
            <a:spLocks noGrp="1"/>
          </p:cNvSpPr>
          <p:nvPr>
            <p:ph type="dt" sz="half" idx="11"/>
          </p:nvPr>
        </p:nvSpPr>
        <p:spPr/>
        <p:txBody>
          <a:bodyPr/>
          <a:lstStyle/>
          <a:p>
            <a:fld id="{6C0063D3-2A43-4DB9-8D47-89A6771FB05A}" type="datetime1">
              <a:rPr lang="en-US" smtClean="0"/>
              <a:t>2/11/2026</a:t>
            </a:fld>
            <a:endParaRPr lang="en-US"/>
          </a:p>
        </p:txBody>
      </p:sp>
      <p:sp>
        <p:nvSpPr>
          <p:cNvPr id="3" name="Slide Number Placeholder 2">
            <a:extLst>
              <a:ext uri="{FF2B5EF4-FFF2-40B4-BE49-F238E27FC236}">
                <a16:creationId xmlns:a16="http://schemas.microsoft.com/office/drawing/2014/main" id="{736A8863-5F70-4C97-98BD-09D9B971BC33}"/>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5541024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content no lower ba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F60A20-0281-4C43-BE27-B924D0E7ED17}"/>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 name="Slide Number Placeholder 2">
            <a:extLst>
              <a:ext uri="{FF2B5EF4-FFF2-40B4-BE49-F238E27FC236}">
                <a16:creationId xmlns:a16="http://schemas.microsoft.com/office/drawing/2014/main" id="{089F1B26-40E6-4CAE-8C6C-21FFFE4BD390}"/>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2FD4EB5F-BBDF-43AA-B322-DBC2BE28694D}"/>
              </a:ext>
            </a:extLst>
          </p:cNvPr>
          <p:cNvSpPr>
            <a:spLocks noGrp="1"/>
          </p:cNvSpPr>
          <p:nvPr>
            <p:ph type="dt" sz="half" idx="11"/>
          </p:nvPr>
        </p:nvSpPr>
        <p:spPr/>
        <p:txBody>
          <a:bodyPr/>
          <a:lstStyle/>
          <a:p>
            <a:fld id="{77ACC131-13CF-4DFC-9B0D-CFEF39A54BC4}" type="datetime1">
              <a:rPr lang="en-US" smtClean="0"/>
              <a:t>2/11/2026</a:t>
            </a:fld>
            <a:endParaRPr lang="en-US"/>
          </a:p>
        </p:txBody>
      </p:sp>
      <p:sp>
        <p:nvSpPr>
          <p:cNvPr id="7" name="Content Placeholder 2">
            <a:extLst>
              <a:ext uri="{FF2B5EF4-FFF2-40B4-BE49-F238E27FC236}">
                <a16:creationId xmlns:a16="http://schemas.microsoft.com/office/drawing/2014/main" id="{483863AB-DB4E-4C36-8CA5-17ACC71D4FE8}"/>
              </a:ext>
            </a:extLst>
          </p:cNvPr>
          <p:cNvSpPr>
            <a:spLocks noGrp="1"/>
          </p:cNvSpPr>
          <p:nvPr>
            <p:ph idx="1"/>
          </p:nvPr>
        </p:nvSpPr>
        <p:spPr>
          <a:xfrm>
            <a:off x="609600" y="1600203"/>
            <a:ext cx="10972800" cy="4525963"/>
          </a:xfrm>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1">
            <a:extLst>
              <a:ext uri="{FF2B5EF4-FFF2-40B4-BE49-F238E27FC236}">
                <a16:creationId xmlns:a16="http://schemas.microsoft.com/office/drawing/2014/main" id="{FC9FE2E9-EA17-4993-81DE-DC9234476217}"/>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1320441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able layout no lower ba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9025CA-D659-4F0E-B2BC-5670EA697D78}"/>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 name="Date Placeholder 3">
            <a:extLst>
              <a:ext uri="{FF2B5EF4-FFF2-40B4-BE49-F238E27FC236}">
                <a16:creationId xmlns:a16="http://schemas.microsoft.com/office/drawing/2014/main" id="{EA1446E3-8C4A-42E7-BE9B-A20FE15EBB4D}"/>
              </a:ext>
            </a:extLst>
          </p:cNvPr>
          <p:cNvSpPr>
            <a:spLocks noGrp="1"/>
          </p:cNvSpPr>
          <p:nvPr>
            <p:ph type="dt" sz="half" idx="11"/>
          </p:nvPr>
        </p:nvSpPr>
        <p:spPr/>
        <p:txBody>
          <a:bodyPr/>
          <a:lstStyle/>
          <a:p>
            <a:fld id="{D1284D54-D95C-4925-AA43-1C4AD3526BE4}" type="datetime1">
              <a:rPr lang="en-US" smtClean="0"/>
              <a:t>2/11/2026</a:t>
            </a:fld>
            <a:endParaRPr lang="en-US"/>
          </a:p>
        </p:txBody>
      </p:sp>
      <p:sp>
        <p:nvSpPr>
          <p:cNvPr id="5" name="Table Placeholder 5">
            <a:extLst>
              <a:ext uri="{FF2B5EF4-FFF2-40B4-BE49-F238E27FC236}">
                <a16:creationId xmlns:a16="http://schemas.microsoft.com/office/drawing/2014/main" id="{FA838B6A-6053-4332-A15B-E3F8897A0702}"/>
              </a:ext>
            </a:extLst>
          </p:cNvPr>
          <p:cNvSpPr>
            <a:spLocks noGrp="1"/>
          </p:cNvSpPr>
          <p:nvPr>
            <p:ph type="tbl" sz="quarter" idx="12"/>
          </p:nvPr>
        </p:nvSpPr>
        <p:spPr>
          <a:xfrm>
            <a:off x="911425" y="1124747"/>
            <a:ext cx="10177131" cy="5040559"/>
          </a:xfrm>
        </p:spPr>
        <p:txBody>
          <a:bodyPr/>
          <a:lstStyle/>
          <a:p>
            <a:r>
              <a:rPr lang="en-US"/>
              <a:t>Click icon to add table</a:t>
            </a:r>
            <a:endParaRPr lang="en-GB"/>
          </a:p>
        </p:txBody>
      </p:sp>
      <p:sp>
        <p:nvSpPr>
          <p:cNvPr id="8" name="Title 1">
            <a:extLst>
              <a:ext uri="{FF2B5EF4-FFF2-40B4-BE49-F238E27FC236}">
                <a16:creationId xmlns:a16="http://schemas.microsoft.com/office/drawing/2014/main" id="{FE78A6AA-4739-4B5C-AD8B-DCA3F0FE9610}"/>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90959172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Table layout no lower bar with table 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9025CA-D659-4F0E-B2BC-5670EA697D78}"/>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 name="Date Placeholder 3">
            <a:extLst>
              <a:ext uri="{FF2B5EF4-FFF2-40B4-BE49-F238E27FC236}">
                <a16:creationId xmlns:a16="http://schemas.microsoft.com/office/drawing/2014/main" id="{EA1446E3-8C4A-42E7-BE9B-A20FE15EBB4D}"/>
              </a:ext>
            </a:extLst>
          </p:cNvPr>
          <p:cNvSpPr>
            <a:spLocks noGrp="1"/>
          </p:cNvSpPr>
          <p:nvPr>
            <p:ph type="dt" sz="half" idx="11"/>
          </p:nvPr>
        </p:nvSpPr>
        <p:spPr/>
        <p:txBody>
          <a:bodyPr/>
          <a:lstStyle/>
          <a:p>
            <a:fld id="{6A82D370-C2FB-4F50-A2B2-FFE2C3631AA0}" type="datetime1">
              <a:rPr lang="en-US" smtClean="0"/>
              <a:t>2/11/2026</a:t>
            </a:fld>
            <a:endParaRPr lang="en-US"/>
          </a:p>
        </p:txBody>
      </p:sp>
      <p:sp>
        <p:nvSpPr>
          <p:cNvPr id="5" name="Table Placeholder 5">
            <a:extLst>
              <a:ext uri="{FF2B5EF4-FFF2-40B4-BE49-F238E27FC236}">
                <a16:creationId xmlns:a16="http://schemas.microsoft.com/office/drawing/2014/main" id="{FA838B6A-6053-4332-A15B-E3F8897A0702}"/>
              </a:ext>
            </a:extLst>
          </p:cNvPr>
          <p:cNvSpPr>
            <a:spLocks noGrp="1"/>
          </p:cNvSpPr>
          <p:nvPr>
            <p:ph type="tbl" sz="quarter" idx="12"/>
          </p:nvPr>
        </p:nvSpPr>
        <p:spPr>
          <a:xfrm>
            <a:off x="889463" y="2144684"/>
            <a:ext cx="10199094" cy="4020622"/>
          </a:xfrm>
        </p:spPr>
        <p:txBody>
          <a:bodyPr/>
          <a:lstStyle/>
          <a:p>
            <a:r>
              <a:rPr lang="en-US" dirty="0"/>
              <a:t>Click icon to add table</a:t>
            </a:r>
            <a:endParaRPr lang="en-GB" dirty="0"/>
          </a:p>
        </p:txBody>
      </p:sp>
      <p:sp>
        <p:nvSpPr>
          <p:cNvPr id="8" name="Text Placeholder 13">
            <a:extLst>
              <a:ext uri="{FF2B5EF4-FFF2-40B4-BE49-F238E27FC236}">
                <a16:creationId xmlns:a16="http://schemas.microsoft.com/office/drawing/2014/main" id="{57CEFB6B-53C1-42B9-9BF3-642691AACDC8}"/>
              </a:ext>
            </a:extLst>
          </p:cNvPr>
          <p:cNvSpPr>
            <a:spLocks noGrp="1"/>
          </p:cNvSpPr>
          <p:nvPr>
            <p:ph type="body" sz="quarter" idx="14"/>
          </p:nvPr>
        </p:nvSpPr>
        <p:spPr>
          <a:xfrm>
            <a:off x="609601" y="1469880"/>
            <a:ext cx="10972800"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
        <p:nvSpPr>
          <p:cNvPr id="9" name="Title 1">
            <a:extLst>
              <a:ext uri="{FF2B5EF4-FFF2-40B4-BE49-F238E27FC236}">
                <a16:creationId xmlns:a16="http://schemas.microsoft.com/office/drawing/2014/main" id="{E67739B6-62DA-4225-8C3D-4F7FFB7373BB}"/>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9651242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Content Narrow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A45DB-BEFD-4107-922A-A2B91DA72FE1}"/>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
        <p:nvSpPr>
          <p:cNvPr id="3" name="Slide Number Placeholder 2">
            <a:extLst>
              <a:ext uri="{FF2B5EF4-FFF2-40B4-BE49-F238E27FC236}">
                <a16:creationId xmlns:a16="http://schemas.microsoft.com/office/drawing/2014/main" id="{83A92B49-EFFB-4EF1-85ED-7BEBA829EF6B}"/>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E6BA49CC-5D1D-4EB3-AEFB-0CAF5DA01019}"/>
              </a:ext>
            </a:extLst>
          </p:cNvPr>
          <p:cNvSpPr>
            <a:spLocks noGrp="1"/>
          </p:cNvSpPr>
          <p:nvPr>
            <p:ph type="dt" sz="half" idx="11"/>
          </p:nvPr>
        </p:nvSpPr>
        <p:spPr/>
        <p:txBody>
          <a:bodyPr/>
          <a:lstStyle/>
          <a:p>
            <a:fld id="{8FE7647C-A8DA-4535-9F06-83401DD8669E}" type="datetime1">
              <a:rPr lang="en-US" smtClean="0"/>
              <a:t>2/11/2026</a:t>
            </a:fld>
            <a:endParaRPr lang="en-US"/>
          </a:p>
        </p:txBody>
      </p:sp>
      <p:sp>
        <p:nvSpPr>
          <p:cNvPr id="8" name="Content Placeholder 2">
            <a:extLst>
              <a:ext uri="{FF2B5EF4-FFF2-40B4-BE49-F238E27FC236}">
                <a16:creationId xmlns:a16="http://schemas.microsoft.com/office/drawing/2014/main" id="{A238319E-C55C-4C7D-9DE4-DF16081972E8}"/>
              </a:ext>
            </a:extLst>
          </p:cNvPr>
          <p:cNvSpPr>
            <a:spLocks noGrp="1"/>
          </p:cNvSpPr>
          <p:nvPr>
            <p:ph sz="half" idx="1"/>
          </p:nvPr>
        </p:nvSpPr>
        <p:spPr>
          <a:xfrm>
            <a:off x="3770334" y="1261954"/>
            <a:ext cx="7812066" cy="475933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2">
            <a:extLst>
              <a:ext uri="{FF2B5EF4-FFF2-40B4-BE49-F238E27FC236}">
                <a16:creationId xmlns:a16="http://schemas.microsoft.com/office/drawing/2014/main" id="{F3E41DED-08E3-4145-AA90-BC9385880CF4}"/>
              </a:ext>
            </a:extLst>
          </p:cNvPr>
          <p:cNvSpPr>
            <a:spLocks noGrp="1"/>
          </p:cNvSpPr>
          <p:nvPr>
            <p:ph sz="half" idx="12"/>
          </p:nvPr>
        </p:nvSpPr>
        <p:spPr>
          <a:xfrm>
            <a:off x="609601" y="1261954"/>
            <a:ext cx="2997895" cy="475933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859188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ustom Three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745A7203-D5A1-404D-8437-D635E03A7299}" type="datetime1">
              <a:rPr lang="en-US" smtClean="0"/>
              <a:t>2/11/2026</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261953"/>
            <a:ext cx="5669535" cy="536558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 name="Content Placeholder 2">
            <a:extLst>
              <a:ext uri="{FF2B5EF4-FFF2-40B4-BE49-F238E27FC236}">
                <a16:creationId xmlns:a16="http://schemas.microsoft.com/office/drawing/2014/main" id="{3D8B041D-E134-4B62-A4BC-A12CE4E35896}"/>
              </a:ext>
            </a:extLst>
          </p:cNvPr>
          <p:cNvSpPr>
            <a:spLocks noGrp="1"/>
          </p:cNvSpPr>
          <p:nvPr>
            <p:ph sz="half" idx="12"/>
          </p:nvPr>
        </p:nvSpPr>
        <p:spPr>
          <a:xfrm>
            <a:off x="346033" y="1261955"/>
            <a:ext cx="5669534" cy="1493945"/>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2826645"/>
            <a:ext cx="5669534" cy="380089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242514548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ustom Three Content With Head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0BFD1247-DCC1-486C-82A5-541CCEF1F3A5}" type="datetime1">
              <a:rPr lang="en-US" smtClean="0"/>
              <a:t>2/11/2026</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670857"/>
            <a:ext cx="5669535" cy="495668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 name="Content Placeholder 2">
            <a:extLst>
              <a:ext uri="{FF2B5EF4-FFF2-40B4-BE49-F238E27FC236}">
                <a16:creationId xmlns:a16="http://schemas.microsoft.com/office/drawing/2014/main" id="{3D8B041D-E134-4B62-A4BC-A12CE4E35896}"/>
              </a:ext>
            </a:extLst>
          </p:cNvPr>
          <p:cNvSpPr>
            <a:spLocks noGrp="1"/>
          </p:cNvSpPr>
          <p:nvPr>
            <p:ph sz="half" idx="12"/>
          </p:nvPr>
        </p:nvSpPr>
        <p:spPr>
          <a:xfrm>
            <a:off x="346033" y="1261955"/>
            <a:ext cx="5669534" cy="1817472"/>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3150172"/>
            <a:ext cx="5669534" cy="3477370"/>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
        <p:nvSpPr>
          <p:cNvPr id="11" name="Text Placeholder 13">
            <a:extLst>
              <a:ext uri="{FF2B5EF4-FFF2-40B4-BE49-F238E27FC236}">
                <a16:creationId xmlns:a16="http://schemas.microsoft.com/office/drawing/2014/main" id="{83B3A65B-C338-407C-869F-D257AB93E55C}"/>
              </a:ext>
            </a:extLst>
          </p:cNvPr>
          <p:cNvSpPr>
            <a:spLocks noGrp="1"/>
          </p:cNvSpPr>
          <p:nvPr>
            <p:ph type="body" sz="quarter" idx="14"/>
          </p:nvPr>
        </p:nvSpPr>
        <p:spPr>
          <a:xfrm>
            <a:off x="6176432" y="1262063"/>
            <a:ext cx="5669533"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Tree>
    <p:extLst>
      <p:ext uri="{BB962C8B-B14F-4D97-AF65-F5344CB8AC3E}">
        <p14:creationId xmlns:p14="http://schemas.microsoft.com/office/powerpoint/2010/main" val="226441832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ustom Two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28B0BFEB-9524-4D59-9A4D-06779128F7EF}" type="datetime1">
              <a:rPr lang="en-US" smtClean="0"/>
              <a:t>2/11/2026</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262063"/>
            <a:ext cx="5669535" cy="536547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1262063"/>
            <a:ext cx="5669534" cy="5365479"/>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27753286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ustom Two Content With Head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2053FF58-67C2-42AA-A944-B4637ED5D3E3}" type="datetime1">
              <a:rPr lang="en-US" smtClean="0"/>
              <a:t>2/11/2026</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670857"/>
            <a:ext cx="5669535" cy="495668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1262063"/>
            <a:ext cx="5669534" cy="5365479"/>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
        <p:nvSpPr>
          <p:cNvPr id="11" name="Text Placeholder 13">
            <a:extLst>
              <a:ext uri="{FF2B5EF4-FFF2-40B4-BE49-F238E27FC236}">
                <a16:creationId xmlns:a16="http://schemas.microsoft.com/office/drawing/2014/main" id="{83B3A65B-C338-407C-869F-D257AB93E55C}"/>
              </a:ext>
            </a:extLst>
          </p:cNvPr>
          <p:cNvSpPr>
            <a:spLocks noGrp="1"/>
          </p:cNvSpPr>
          <p:nvPr>
            <p:ph type="body" sz="quarter" idx="14"/>
          </p:nvPr>
        </p:nvSpPr>
        <p:spPr>
          <a:xfrm>
            <a:off x="6176432" y="1262063"/>
            <a:ext cx="5669533"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Tree>
    <p:extLst>
      <p:ext uri="{BB962C8B-B14F-4D97-AF65-F5344CB8AC3E}">
        <p14:creationId xmlns:p14="http://schemas.microsoft.com/office/powerpoint/2010/main" val="113857096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content lar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F60A20-0281-4C43-BE27-B924D0E7ED17}"/>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 name="Slide Number Placeholder 2">
            <a:extLst>
              <a:ext uri="{FF2B5EF4-FFF2-40B4-BE49-F238E27FC236}">
                <a16:creationId xmlns:a16="http://schemas.microsoft.com/office/drawing/2014/main" id="{089F1B26-40E6-4CAE-8C6C-21FFFE4BD390}"/>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2FD4EB5F-BBDF-43AA-B322-DBC2BE28694D}"/>
              </a:ext>
            </a:extLst>
          </p:cNvPr>
          <p:cNvSpPr>
            <a:spLocks noGrp="1"/>
          </p:cNvSpPr>
          <p:nvPr>
            <p:ph type="dt" sz="half" idx="11"/>
          </p:nvPr>
        </p:nvSpPr>
        <p:spPr/>
        <p:txBody>
          <a:bodyPr/>
          <a:lstStyle/>
          <a:p>
            <a:fld id="{3A90985E-7D06-474A-B35F-C7E47130AC86}" type="datetime1">
              <a:rPr lang="en-US" smtClean="0"/>
              <a:t>2/11/2026</a:t>
            </a:fld>
            <a:endParaRPr lang="en-US"/>
          </a:p>
        </p:txBody>
      </p:sp>
      <p:sp>
        <p:nvSpPr>
          <p:cNvPr id="7" name="Content Placeholder 2">
            <a:extLst>
              <a:ext uri="{FF2B5EF4-FFF2-40B4-BE49-F238E27FC236}">
                <a16:creationId xmlns:a16="http://schemas.microsoft.com/office/drawing/2014/main" id="{483863AB-DB4E-4C36-8CA5-17ACC71D4FE8}"/>
              </a:ext>
            </a:extLst>
          </p:cNvPr>
          <p:cNvSpPr>
            <a:spLocks noGrp="1"/>
          </p:cNvSpPr>
          <p:nvPr>
            <p:ph idx="1"/>
          </p:nvPr>
        </p:nvSpPr>
        <p:spPr>
          <a:xfrm>
            <a:off x="609600" y="1502228"/>
            <a:ext cx="10972800" cy="5202000"/>
          </a:xfrm>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1">
            <a:extLst>
              <a:ext uri="{FF2B5EF4-FFF2-40B4-BE49-F238E27FC236}">
                <a16:creationId xmlns:a16="http://schemas.microsoft.com/office/drawing/2014/main" id="{FC9FE2E9-EA17-4993-81DE-DC9234476217}"/>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826325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slideLayout" Target="../slideLayouts/slideLayout43.xml"/><Relationship Id="rId26" Type="http://schemas.openxmlformats.org/officeDocument/2006/relationships/theme" Target="../theme/theme2.xml"/><Relationship Id="rId3" Type="http://schemas.openxmlformats.org/officeDocument/2006/relationships/slideLayout" Target="../slideLayouts/slideLayout28.xml"/><Relationship Id="rId21" Type="http://schemas.openxmlformats.org/officeDocument/2006/relationships/slideLayout" Target="../slideLayouts/slideLayout46.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5" Type="http://schemas.openxmlformats.org/officeDocument/2006/relationships/slideLayout" Target="../slideLayouts/slideLayout50.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20" Type="http://schemas.openxmlformats.org/officeDocument/2006/relationships/slideLayout" Target="../slideLayouts/slideLayout45.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24" Type="http://schemas.openxmlformats.org/officeDocument/2006/relationships/slideLayout" Target="../slideLayouts/slideLayout49.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23" Type="http://schemas.openxmlformats.org/officeDocument/2006/relationships/slideLayout" Target="../slideLayouts/slideLayout48.xml"/><Relationship Id="rId28" Type="http://schemas.openxmlformats.org/officeDocument/2006/relationships/image" Target="../media/image2.png"/><Relationship Id="rId10" Type="http://schemas.openxmlformats.org/officeDocument/2006/relationships/slideLayout" Target="../slideLayouts/slideLayout35.xml"/><Relationship Id="rId19" Type="http://schemas.openxmlformats.org/officeDocument/2006/relationships/slideLayout" Target="../slideLayouts/slideLayout44.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 Id="rId22" Type="http://schemas.openxmlformats.org/officeDocument/2006/relationships/slideLayout" Target="../slideLayouts/slideLayout47.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2EF08EA-59C8-CAC8-39B9-AB239E912DBF}"/>
              </a:ext>
            </a:extLst>
          </p:cNvPr>
          <p:cNvSpPr txBox="1"/>
          <p:nvPr userDrawn="1"/>
        </p:nvSpPr>
        <p:spPr>
          <a:xfrm rot="19905663">
            <a:off x="2516204" y="2938486"/>
            <a:ext cx="7976381" cy="1600438"/>
          </a:xfrm>
          <a:prstGeom prst="rect">
            <a:avLst/>
          </a:prstGeom>
          <a:noFill/>
        </p:spPr>
        <p:txBody>
          <a:bodyPr wrap="square" rtlCol="0">
            <a:spAutoFit/>
          </a:bodyPr>
          <a:lstStyle/>
          <a:p>
            <a:pPr algn="ctr"/>
            <a:r>
              <a:rPr lang="en-US" sz="6600" dirty="0">
                <a:solidFill>
                  <a:schemeClr val="accent1">
                    <a:lumMod val="20000"/>
                    <a:lumOff val="80000"/>
                  </a:schemeClr>
                </a:solidFill>
              </a:rPr>
              <a:t>CONFIDENTIAL </a:t>
            </a:r>
          </a:p>
          <a:p>
            <a:pPr algn="ctr"/>
            <a:r>
              <a:rPr lang="en-US" sz="3200" dirty="0">
                <a:solidFill>
                  <a:schemeClr val="accent1">
                    <a:lumMod val="20000"/>
                    <a:lumOff val="80000"/>
                  </a:schemeClr>
                </a:solidFill>
              </a:rPr>
              <a:t>WHO EOP PHI</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p:cNvSpPr>
            <a:spLocks noGrp="1"/>
          </p:cNvSpPr>
          <p:nvPr>
            <p:ph type="sldNum" sz="quarter" idx="4"/>
          </p:nvPr>
        </p:nvSpPr>
        <p:spPr>
          <a:xfrm>
            <a:off x="9184413" y="6348368"/>
            <a:ext cx="2844800" cy="365125"/>
          </a:xfrm>
          <a:prstGeom prst="rect">
            <a:avLst/>
          </a:prstGeom>
        </p:spPr>
        <p:txBody>
          <a:bodyPr vert="horz" lIns="91440" tIns="45720" rIns="91440" bIns="45720" rtlCol="0" anchor="ctr"/>
          <a:lstStyle>
            <a:lvl1pPr algn="r">
              <a:defRPr sz="1800">
                <a:solidFill>
                  <a:schemeClr val="tx1">
                    <a:tint val="75000"/>
                  </a:schemeClr>
                </a:solidFill>
              </a:defRPr>
            </a:lvl1pPr>
          </a:lstStyle>
          <a:p>
            <a:fld id="{C5EF2332-01BF-834F-8236-50238282D533}" type="slidenum">
              <a:rPr lang="en-US" smtClean="0"/>
              <a:pPr/>
              <a:t>‹#›</a:t>
            </a:fld>
            <a:endParaRPr lang="en-US" dirty="0"/>
          </a:p>
        </p:txBody>
      </p:sp>
      <p:sp>
        <p:nvSpPr>
          <p:cNvPr id="7" name="Rectangle 6"/>
          <p:cNvSpPr/>
          <p:nvPr/>
        </p:nvSpPr>
        <p:spPr>
          <a:xfrm>
            <a:off x="0" y="-27384"/>
            <a:ext cx="12192000" cy="1196817"/>
          </a:xfrm>
          <a:prstGeom prst="rect">
            <a:avLst/>
          </a:prstGeom>
          <a:solidFill>
            <a:srgbClr val="003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GB" sz="1350" dirty="0">
              <a:solidFill>
                <a:prstClr val="white"/>
              </a:solidFill>
            </a:endParaRPr>
          </a:p>
        </p:txBody>
      </p:sp>
      <p:grpSp>
        <p:nvGrpSpPr>
          <p:cNvPr id="9" name="Group 8"/>
          <p:cNvGrpSpPr/>
          <p:nvPr/>
        </p:nvGrpSpPr>
        <p:grpSpPr>
          <a:xfrm>
            <a:off x="9315613" y="6269496"/>
            <a:ext cx="2515543" cy="527387"/>
            <a:chOff x="5525840" y="3530278"/>
            <a:chExt cx="1886657" cy="527387"/>
          </a:xfrm>
        </p:grpSpPr>
        <p:sp>
          <p:nvSpPr>
            <p:cNvPr id="10" name="TextBox 9"/>
            <p:cNvSpPr txBox="1"/>
            <p:nvPr/>
          </p:nvSpPr>
          <p:spPr>
            <a:xfrm>
              <a:off x="5540240" y="3530278"/>
              <a:ext cx="1872257" cy="207749"/>
            </a:xfrm>
            <a:prstGeom prst="rect">
              <a:avLst/>
            </a:prstGeom>
            <a:noFill/>
          </p:spPr>
          <p:txBody>
            <a:bodyPr wrap="square" rtlCol="0">
              <a:spAutoFit/>
            </a:bodyPr>
            <a:lstStyle/>
            <a:p>
              <a:pPr eaLnBrk="1" fontAlgn="auto" hangingPunct="1">
                <a:spcBef>
                  <a:spcPts val="0"/>
                </a:spcBef>
                <a:spcAft>
                  <a:spcPts val="0"/>
                </a:spcAft>
              </a:pPr>
              <a:r>
                <a:rPr lang="en-GB" sz="750" cap="all" dirty="0">
                  <a:solidFill>
                    <a:srgbClr val="1E7FB8"/>
                  </a:solidFill>
                  <a:latin typeface="Corbel" panose="020B0503020204020204" pitchFamily="34" charset="0"/>
                  <a:cs typeface="+mn-cs"/>
                </a:rPr>
                <a:t>Health</a:t>
              </a:r>
            </a:p>
          </p:txBody>
        </p:sp>
        <p:grpSp>
          <p:nvGrpSpPr>
            <p:cNvPr id="11" name="Group 10"/>
            <p:cNvGrpSpPr/>
            <p:nvPr/>
          </p:nvGrpSpPr>
          <p:grpSpPr>
            <a:xfrm>
              <a:off x="5525840" y="3618320"/>
              <a:ext cx="1879457" cy="439345"/>
              <a:chOff x="5525840" y="3618320"/>
              <a:chExt cx="1879457" cy="439345"/>
            </a:xfrm>
          </p:grpSpPr>
          <p:sp>
            <p:nvSpPr>
              <p:cNvPr id="12" name="TextBox 11"/>
              <p:cNvSpPr txBox="1"/>
              <p:nvPr/>
            </p:nvSpPr>
            <p:spPr>
              <a:xfrm>
                <a:off x="6494240" y="3838374"/>
                <a:ext cx="889168" cy="219291"/>
              </a:xfrm>
              <a:prstGeom prst="rect">
                <a:avLst/>
              </a:prstGeom>
              <a:noFill/>
            </p:spPr>
            <p:txBody>
              <a:bodyPr wrap="square" rtlCol="0">
                <a:spAutoFit/>
              </a:bodyPr>
              <a:lstStyle/>
              <a:p>
                <a:pPr eaLnBrk="1" fontAlgn="auto" hangingPunct="1">
                  <a:spcBef>
                    <a:spcPts val="0"/>
                  </a:spcBef>
                  <a:spcAft>
                    <a:spcPts val="0"/>
                  </a:spcAft>
                </a:pPr>
                <a:r>
                  <a:rPr lang="en-GB" sz="825" spc="-60" dirty="0">
                    <a:solidFill>
                      <a:srgbClr val="1E7FB8"/>
                    </a:solidFill>
                    <a:latin typeface="Corbel" panose="020B0503020204020204" pitchFamily="34" charset="0"/>
                    <a:cs typeface="+mn-cs"/>
                  </a:rPr>
                  <a:t>programme</a:t>
                </a:r>
              </a:p>
            </p:txBody>
          </p:sp>
          <p:sp>
            <p:nvSpPr>
              <p:cNvPr id="13" name="TextBox 12"/>
              <p:cNvSpPr txBox="1"/>
              <p:nvPr/>
            </p:nvSpPr>
            <p:spPr>
              <a:xfrm>
                <a:off x="5525840" y="3618320"/>
                <a:ext cx="1879457" cy="323165"/>
              </a:xfrm>
              <a:prstGeom prst="rect">
                <a:avLst/>
              </a:prstGeom>
              <a:noFill/>
            </p:spPr>
            <p:txBody>
              <a:bodyPr wrap="square" rtlCol="0">
                <a:spAutoFit/>
              </a:bodyPr>
              <a:lstStyle/>
              <a:p>
                <a:pPr eaLnBrk="1" fontAlgn="auto" hangingPunct="1">
                  <a:spcBef>
                    <a:spcPts val="0"/>
                  </a:spcBef>
                  <a:spcAft>
                    <a:spcPts val="0"/>
                  </a:spcAft>
                </a:pPr>
                <a:r>
                  <a:rPr lang="en-GB" sz="1500" b="1" cap="all" spc="-60" dirty="0">
                    <a:solidFill>
                      <a:srgbClr val="1E7FB8"/>
                    </a:solidFill>
                    <a:latin typeface="Leelawadee" panose="020B0502040204020203" pitchFamily="34" charset="-34"/>
                    <a:ea typeface="Lato Heavy" panose="020F0502020204030203" pitchFamily="34" charset="0"/>
                    <a:cs typeface="Leelawadee" panose="020B0502040204020203" pitchFamily="34" charset="-34"/>
                  </a:rPr>
                  <a:t>emergencies</a:t>
                </a:r>
              </a:p>
            </p:txBody>
          </p:sp>
        </p:grpSp>
      </p:grpSp>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GB" dirty="0"/>
          </a:p>
        </p:txBody>
      </p:sp>
      <p:cxnSp>
        <p:nvCxnSpPr>
          <p:cNvPr id="16" name="Straight Connector 15"/>
          <p:cNvCxnSpPr/>
          <p:nvPr/>
        </p:nvCxnSpPr>
        <p:spPr>
          <a:xfrm>
            <a:off x="-12288" y="6215809"/>
            <a:ext cx="1220428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8" name="Date Placeholder 17"/>
          <p:cNvSpPr>
            <a:spLocks noGrp="1"/>
          </p:cNvSpPr>
          <p:nvPr>
            <p:ph type="dt" sz="half" idx="2"/>
          </p:nvPr>
        </p:nvSpPr>
        <p:spPr>
          <a:xfrm>
            <a:off x="8880000" y="36001"/>
            <a:ext cx="2844800" cy="365125"/>
          </a:xfrm>
          <a:prstGeom prst="rect">
            <a:avLst/>
          </a:prstGeom>
        </p:spPr>
        <p:txBody>
          <a:bodyPr vert="horz" lIns="91440" tIns="45720" rIns="91440" bIns="45720" rtlCol="0" anchor="ctr"/>
          <a:lstStyle>
            <a:lvl1pPr algn="r">
              <a:defRPr sz="900">
                <a:solidFill>
                  <a:schemeClr val="bg1"/>
                </a:solidFill>
                <a:latin typeface="Segoe Condensed" panose="020B0606040200020203" pitchFamily="34" charset="0"/>
              </a:defRPr>
            </a:lvl1pPr>
          </a:lstStyle>
          <a:p>
            <a:fld id="{6C0063D3-2A43-4DB9-8D47-89A6771FB05A}" type="datetime1">
              <a:rPr lang="en-US" smtClean="0"/>
              <a:t>2/11/2026</a:t>
            </a:fld>
            <a:endParaRPr lang="en-US"/>
          </a:p>
        </p:txBody>
      </p:sp>
      <p:pic>
        <p:nvPicPr>
          <p:cNvPr id="15" name="Picture 14">
            <a:extLst>
              <a:ext uri="{FF2B5EF4-FFF2-40B4-BE49-F238E27FC236}">
                <a16:creationId xmlns:a16="http://schemas.microsoft.com/office/drawing/2014/main" id="{80D29B7D-47C4-4640-9003-C8A639EDE5BC}"/>
              </a:ext>
            </a:extLst>
          </p:cNvPr>
          <p:cNvPicPr>
            <a:picLocks noChangeAspect="1"/>
          </p:cNvPicPr>
          <p:nvPr userDrawn="1"/>
        </p:nvPicPr>
        <p:blipFill>
          <a:blip r:embed="rId27"/>
          <a:stretch>
            <a:fillRect/>
          </a:stretch>
        </p:blipFill>
        <p:spPr>
          <a:xfrm>
            <a:off x="465513" y="6308731"/>
            <a:ext cx="1498204" cy="458558"/>
          </a:xfrm>
          <a:prstGeom prst="rect">
            <a:avLst/>
          </a:prstGeom>
        </p:spPr>
      </p:pic>
      <p:pic>
        <p:nvPicPr>
          <p:cNvPr id="17" name="Picture 16" descr="Text&#10;&#10;Description automatically generated">
            <a:extLst>
              <a:ext uri="{FF2B5EF4-FFF2-40B4-BE49-F238E27FC236}">
                <a16:creationId xmlns:a16="http://schemas.microsoft.com/office/drawing/2014/main" id="{35E5C65A-8841-41E0-83A7-2AD328E1B1F1}"/>
              </a:ext>
            </a:extLst>
          </p:cNvPr>
          <p:cNvPicPr>
            <a:picLocks noChangeAspect="1"/>
          </p:cNvPicPr>
          <p:nvPr userDrawn="1"/>
        </p:nvPicPr>
        <p:blipFill rotWithShape="1">
          <a:blip r:embed="rId28">
            <a:extLst>
              <a:ext uri="{28A0092B-C50C-407E-A947-70E740481C1C}">
                <a14:useLocalDpi xmlns:a14="http://schemas.microsoft.com/office/drawing/2010/main" val="0"/>
              </a:ext>
            </a:extLst>
          </a:blip>
          <a:srcRect l="7316" t="36544" r="11732" b="26452"/>
          <a:stretch/>
        </p:blipFill>
        <p:spPr>
          <a:xfrm>
            <a:off x="4564853" y="6339489"/>
            <a:ext cx="3050006" cy="397042"/>
          </a:xfrm>
          <a:prstGeom prst="rect">
            <a:avLst/>
          </a:prstGeom>
        </p:spPr>
      </p:pic>
      <p:sp>
        <p:nvSpPr>
          <p:cNvPr id="8" name="TextBox 7">
            <a:extLst>
              <a:ext uri="{FF2B5EF4-FFF2-40B4-BE49-F238E27FC236}">
                <a16:creationId xmlns:a16="http://schemas.microsoft.com/office/drawing/2014/main" id="{2D05F786-D587-7EAB-95BB-A3147BCCEEFA}"/>
              </a:ext>
            </a:extLst>
          </p:cNvPr>
          <p:cNvSpPr txBox="1"/>
          <p:nvPr userDrawn="1"/>
        </p:nvSpPr>
        <p:spPr>
          <a:xfrm>
            <a:off x="9867899" y="-8807"/>
            <a:ext cx="2324101" cy="307777"/>
          </a:xfrm>
          <a:prstGeom prst="rect">
            <a:avLst/>
          </a:prstGeom>
          <a:solidFill>
            <a:srgbClr val="003366"/>
          </a:solidFill>
        </p:spPr>
        <p:txBody>
          <a:bodyPr wrap="square" rtlCol="0">
            <a:spAutoFit/>
          </a:bodyPr>
          <a:lstStyle/>
          <a:p>
            <a:r>
              <a:rPr lang="en-US" sz="1400" b="1" dirty="0">
                <a:solidFill>
                  <a:srgbClr val="FF0000"/>
                </a:solidFill>
                <a:latin typeface="+mj-lt"/>
              </a:rPr>
              <a:t>Confidential, not for sharing</a:t>
            </a:r>
          </a:p>
        </p:txBody>
      </p:sp>
    </p:spTree>
    <p:extLst>
      <p:ext uri="{BB962C8B-B14F-4D97-AF65-F5344CB8AC3E}">
        <p14:creationId xmlns:p14="http://schemas.microsoft.com/office/powerpoint/2010/main" val="2121286236"/>
      </p:ext>
    </p:extLst>
  </p:cSld>
  <p:clrMap bg1="lt1" tx1="dk1" bg2="lt2" tx2="dk2" accent1="accent1" accent2="accent2" accent3="accent3" accent4="accent4" accent5="accent5" accent6="accent6" hlink="hlink" folHlink="folHlink"/>
  <p:sldLayoutIdLst>
    <p:sldLayoutId id="2147483690" r:id="rId1"/>
    <p:sldLayoutId id="2147483662" r:id="rId2"/>
    <p:sldLayoutId id="2147483673" r:id="rId3"/>
    <p:sldLayoutId id="2147483676" r:id="rId4"/>
    <p:sldLayoutId id="2147483675" r:id="rId5"/>
    <p:sldLayoutId id="2147483663" r:id="rId6"/>
    <p:sldLayoutId id="2147483664" r:id="rId7"/>
    <p:sldLayoutId id="2147483674" r:id="rId8"/>
    <p:sldLayoutId id="2147483677" r:id="rId9"/>
    <p:sldLayoutId id="2147483665" r:id="rId10"/>
    <p:sldLayoutId id="2147483666" r:id="rId11"/>
    <p:sldLayoutId id="2147483667" r:id="rId12"/>
    <p:sldLayoutId id="2147483668" r:id="rId13"/>
    <p:sldLayoutId id="2147483669" r:id="rId14"/>
    <p:sldLayoutId id="2147483670" r:id="rId15"/>
    <p:sldLayoutId id="2147483671" r:id="rId16"/>
    <p:sldLayoutId id="2147483678" r:id="rId17"/>
    <p:sldLayoutId id="2147483679" r:id="rId18"/>
    <p:sldLayoutId id="2147483684" r:id="rId19"/>
    <p:sldLayoutId id="2147483680" r:id="rId20"/>
    <p:sldLayoutId id="2147483681" r:id="rId21"/>
    <p:sldLayoutId id="2147483682" r:id="rId22"/>
    <p:sldLayoutId id="2147483687" r:id="rId23"/>
    <p:sldLayoutId id="2147483686" r:id="rId24"/>
    <p:sldLayoutId id="2147483688" r:id="rId25"/>
  </p:sldLayoutIdLst>
  <p:hf hdr="0" ftr="0" dt="0"/>
  <p:txStyles>
    <p:titleStyle>
      <a:lvl1pPr algn="l" defTabSz="685800" rtl="0" eaLnBrk="1" latinLnBrk="0" hangingPunct="1">
        <a:spcBef>
          <a:spcPct val="0"/>
        </a:spcBef>
        <a:buNone/>
        <a:defRPr sz="3300" b="1" kern="1200">
          <a:solidFill>
            <a:schemeClr val="bg1"/>
          </a:solidFill>
          <a:latin typeface="Segoe Condensed" panose="020B0606040200020203" pitchFamily="34" charset="0"/>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b="1" kern="1200">
          <a:solidFill>
            <a:schemeClr val="tx1">
              <a:lumMod val="50000"/>
              <a:lumOff val="50000"/>
            </a:schemeClr>
          </a:solidFill>
          <a:latin typeface="Segoe Condensed" panose="020B0606040200020203" pitchFamily="34" charset="0"/>
          <a:ea typeface="+mn-ea"/>
          <a:cs typeface="+mn-cs"/>
        </a:defRPr>
      </a:lvl1pPr>
      <a:lvl2pPr marL="557213" indent="-214313" algn="l" defTabSz="685800" rtl="0" eaLnBrk="1" latinLnBrk="0" hangingPunct="1">
        <a:spcBef>
          <a:spcPct val="20000"/>
        </a:spcBef>
        <a:buFont typeface="Arial" panose="020B0604020202020204" pitchFamily="34" charset="0"/>
        <a:buChar char="–"/>
        <a:defRPr sz="2100" b="1" kern="1200">
          <a:solidFill>
            <a:schemeClr val="tx1">
              <a:lumMod val="50000"/>
              <a:lumOff val="50000"/>
            </a:schemeClr>
          </a:solidFill>
          <a:latin typeface="Segoe Condensed" panose="020B0606040200020203" pitchFamily="34" charset="0"/>
          <a:ea typeface="+mn-ea"/>
          <a:cs typeface="+mn-cs"/>
        </a:defRPr>
      </a:lvl2pPr>
      <a:lvl3pPr marL="857250" indent="-171450" algn="l" defTabSz="685800" rtl="0" eaLnBrk="1" latinLnBrk="0" hangingPunct="1">
        <a:spcBef>
          <a:spcPct val="20000"/>
        </a:spcBef>
        <a:buFont typeface="Arial" panose="020B0604020202020204" pitchFamily="34" charset="0"/>
        <a:buChar char="•"/>
        <a:defRPr sz="1800" b="1" kern="1200">
          <a:solidFill>
            <a:schemeClr val="tx1">
              <a:lumMod val="50000"/>
              <a:lumOff val="50000"/>
            </a:schemeClr>
          </a:solidFill>
          <a:latin typeface="Segoe Condensed" panose="020B0606040200020203" pitchFamily="34" charset="0"/>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b="1" kern="1200">
          <a:solidFill>
            <a:schemeClr val="tx1">
              <a:lumMod val="50000"/>
              <a:lumOff val="50000"/>
            </a:schemeClr>
          </a:solidFill>
          <a:latin typeface="Segoe Condensed" panose="020B0606040200020203" pitchFamily="34" charset="0"/>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b="1" kern="1200">
          <a:solidFill>
            <a:schemeClr val="tx1">
              <a:lumMod val="50000"/>
              <a:lumOff val="50000"/>
            </a:schemeClr>
          </a:solidFill>
          <a:latin typeface="Segoe Condensed" panose="020B0606040200020203" pitchFamily="34" charset="0"/>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p:cNvSpPr>
            <a:spLocks noGrp="1"/>
          </p:cNvSpPr>
          <p:nvPr>
            <p:ph type="sldNum" sz="quarter" idx="4"/>
          </p:nvPr>
        </p:nvSpPr>
        <p:spPr>
          <a:xfrm>
            <a:off x="9184413" y="6348368"/>
            <a:ext cx="2844800" cy="365125"/>
          </a:xfrm>
          <a:prstGeom prst="rect">
            <a:avLst/>
          </a:prstGeom>
        </p:spPr>
        <p:txBody>
          <a:bodyPr vert="horz" lIns="91440" tIns="45720" rIns="91440" bIns="45720" rtlCol="0" anchor="ctr"/>
          <a:lstStyle>
            <a:lvl1pPr algn="r">
              <a:defRPr sz="1800">
                <a:solidFill>
                  <a:schemeClr val="tx1">
                    <a:tint val="75000"/>
                  </a:schemeClr>
                </a:solidFill>
              </a:defRPr>
            </a:lvl1pPr>
          </a:lstStyle>
          <a:p>
            <a:fld id="{C5EF2332-01BF-834F-8236-50238282D533}" type="slidenum">
              <a:rPr lang="en-US" smtClean="0"/>
              <a:pPr/>
              <a:t>‹#›</a:t>
            </a:fld>
            <a:endParaRPr lang="en-US" dirty="0"/>
          </a:p>
        </p:txBody>
      </p:sp>
      <p:sp>
        <p:nvSpPr>
          <p:cNvPr id="7" name="Rectangle 6"/>
          <p:cNvSpPr/>
          <p:nvPr/>
        </p:nvSpPr>
        <p:spPr>
          <a:xfrm>
            <a:off x="0" y="-27384"/>
            <a:ext cx="12192000" cy="1196817"/>
          </a:xfrm>
          <a:prstGeom prst="rect">
            <a:avLst/>
          </a:prstGeom>
          <a:solidFill>
            <a:srgbClr val="003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GB" sz="1350" dirty="0">
              <a:solidFill>
                <a:prstClr val="white"/>
              </a:solidFill>
            </a:endParaRPr>
          </a:p>
        </p:txBody>
      </p:sp>
      <p:grpSp>
        <p:nvGrpSpPr>
          <p:cNvPr id="9" name="Group 8"/>
          <p:cNvGrpSpPr/>
          <p:nvPr/>
        </p:nvGrpSpPr>
        <p:grpSpPr>
          <a:xfrm>
            <a:off x="9315613" y="6269496"/>
            <a:ext cx="2515543" cy="527387"/>
            <a:chOff x="5525840" y="3530278"/>
            <a:chExt cx="1886657" cy="527387"/>
          </a:xfrm>
        </p:grpSpPr>
        <p:sp>
          <p:nvSpPr>
            <p:cNvPr id="10" name="TextBox 9"/>
            <p:cNvSpPr txBox="1"/>
            <p:nvPr/>
          </p:nvSpPr>
          <p:spPr>
            <a:xfrm>
              <a:off x="5540240" y="3530278"/>
              <a:ext cx="1872257" cy="207749"/>
            </a:xfrm>
            <a:prstGeom prst="rect">
              <a:avLst/>
            </a:prstGeom>
            <a:noFill/>
          </p:spPr>
          <p:txBody>
            <a:bodyPr wrap="square" rtlCol="0">
              <a:spAutoFit/>
            </a:bodyPr>
            <a:lstStyle/>
            <a:p>
              <a:pPr eaLnBrk="1" fontAlgn="auto" hangingPunct="1">
                <a:spcBef>
                  <a:spcPts val="0"/>
                </a:spcBef>
                <a:spcAft>
                  <a:spcPts val="0"/>
                </a:spcAft>
              </a:pPr>
              <a:r>
                <a:rPr lang="en-GB" sz="750" cap="all" dirty="0">
                  <a:solidFill>
                    <a:srgbClr val="1E7FB8"/>
                  </a:solidFill>
                  <a:latin typeface="Corbel" panose="020B0503020204020204" pitchFamily="34" charset="0"/>
                  <a:cs typeface="+mn-cs"/>
                </a:rPr>
                <a:t>Health</a:t>
              </a:r>
            </a:p>
          </p:txBody>
        </p:sp>
        <p:grpSp>
          <p:nvGrpSpPr>
            <p:cNvPr id="11" name="Group 10"/>
            <p:cNvGrpSpPr/>
            <p:nvPr/>
          </p:nvGrpSpPr>
          <p:grpSpPr>
            <a:xfrm>
              <a:off x="5525840" y="3618320"/>
              <a:ext cx="1879457" cy="439345"/>
              <a:chOff x="5525840" y="3618320"/>
              <a:chExt cx="1879457" cy="439345"/>
            </a:xfrm>
          </p:grpSpPr>
          <p:sp>
            <p:nvSpPr>
              <p:cNvPr id="12" name="TextBox 11"/>
              <p:cNvSpPr txBox="1"/>
              <p:nvPr/>
            </p:nvSpPr>
            <p:spPr>
              <a:xfrm>
                <a:off x="6494240" y="3838374"/>
                <a:ext cx="889168" cy="219291"/>
              </a:xfrm>
              <a:prstGeom prst="rect">
                <a:avLst/>
              </a:prstGeom>
              <a:noFill/>
            </p:spPr>
            <p:txBody>
              <a:bodyPr wrap="square" rtlCol="0">
                <a:spAutoFit/>
              </a:bodyPr>
              <a:lstStyle/>
              <a:p>
                <a:pPr eaLnBrk="1" fontAlgn="auto" hangingPunct="1">
                  <a:spcBef>
                    <a:spcPts val="0"/>
                  </a:spcBef>
                  <a:spcAft>
                    <a:spcPts val="0"/>
                  </a:spcAft>
                </a:pPr>
                <a:r>
                  <a:rPr lang="en-GB" sz="825" spc="-60" dirty="0">
                    <a:solidFill>
                      <a:srgbClr val="1E7FB8"/>
                    </a:solidFill>
                    <a:latin typeface="Corbel" panose="020B0503020204020204" pitchFamily="34" charset="0"/>
                    <a:cs typeface="+mn-cs"/>
                  </a:rPr>
                  <a:t>programme</a:t>
                </a:r>
              </a:p>
            </p:txBody>
          </p:sp>
          <p:sp>
            <p:nvSpPr>
              <p:cNvPr id="13" name="TextBox 12"/>
              <p:cNvSpPr txBox="1"/>
              <p:nvPr/>
            </p:nvSpPr>
            <p:spPr>
              <a:xfrm>
                <a:off x="5525840" y="3618320"/>
                <a:ext cx="1879457" cy="323165"/>
              </a:xfrm>
              <a:prstGeom prst="rect">
                <a:avLst/>
              </a:prstGeom>
              <a:noFill/>
            </p:spPr>
            <p:txBody>
              <a:bodyPr wrap="square" rtlCol="0">
                <a:spAutoFit/>
              </a:bodyPr>
              <a:lstStyle/>
              <a:p>
                <a:pPr eaLnBrk="1" fontAlgn="auto" hangingPunct="1">
                  <a:spcBef>
                    <a:spcPts val="0"/>
                  </a:spcBef>
                  <a:spcAft>
                    <a:spcPts val="0"/>
                  </a:spcAft>
                </a:pPr>
                <a:r>
                  <a:rPr lang="en-GB" sz="1500" b="1" cap="all" spc="-60" dirty="0">
                    <a:solidFill>
                      <a:srgbClr val="1E7FB8"/>
                    </a:solidFill>
                    <a:latin typeface="Leelawadee" panose="020B0502040204020203" pitchFamily="34" charset="-34"/>
                    <a:ea typeface="Lato Heavy" panose="020F0502020204030203" pitchFamily="34" charset="0"/>
                    <a:cs typeface="Leelawadee" panose="020B0502040204020203" pitchFamily="34" charset="-34"/>
                  </a:rPr>
                  <a:t>emergencies</a:t>
                </a:r>
              </a:p>
            </p:txBody>
          </p:sp>
        </p:grpSp>
      </p:grpSp>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GB" dirty="0"/>
          </a:p>
        </p:txBody>
      </p:sp>
      <p:cxnSp>
        <p:nvCxnSpPr>
          <p:cNvPr id="16" name="Straight Connector 15"/>
          <p:cNvCxnSpPr/>
          <p:nvPr/>
        </p:nvCxnSpPr>
        <p:spPr>
          <a:xfrm>
            <a:off x="-12288" y="6215809"/>
            <a:ext cx="1220428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8" name="Date Placeholder 17"/>
          <p:cNvSpPr>
            <a:spLocks noGrp="1"/>
          </p:cNvSpPr>
          <p:nvPr>
            <p:ph type="dt" sz="half" idx="2"/>
          </p:nvPr>
        </p:nvSpPr>
        <p:spPr>
          <a:xfrm>
            <a:off x="8880000" y="36001"/>
            <a:ext cx="2844800" cy="365125"/>
          </a:xfrm>
          <a:prstGeom prst="rect">
            <a:avLst/>
          </a:prstGeom>
        </p:spPr>
        <p:txBody>
          <a:bodyPr vert="horz" lIns="91440" tIns="45720" rIns="91440" bIns="45720" rtlCol="0" anchor="ctr"/>
          <a:lstStyle>
            <a:lvl1pPr algn="r">
              <a:defRPr sz="900">
                <a:solidFill>
                  <a:schemeClr val="bg1"/>
                </a:solidFill>
                <a:latin typeface="Segoe Condensed" panose="020B0606040200020203" pitchFamily="34" charset="0"/>
              </a:defRPr>
            </a:lvl1pPr>
          </a:lstStyle>
          <a:p>
            <a:fld id="{6C0063D3-2A43-4DB9-8D47-89A6771FB05A}" type="datetime1">
              <a:rPr lang="en-US" smtClean="0"/>
              <a:t>2/11/2026</a:t>
            </a:fld>
            <a:endParaRPr lang="en-US"/>
          </a:p>
        </p:txBody>
      </p:sp>
      <p:pic>
        <p:nvPicPr>
          <p:cNvPr id="15" name="Picture 14">
            <a:extLst>
              <a:ext uri="{FF2B5EF4-FFF2-40B4-BE49-F238E27FC236}">
                <a16:creationId xmlns:a16="http://schemas.microsoft.com/office/drawing/2014/main" id="{80D29B7D-47C4-4640-9003-C8A639EDE5BC}"/>
              </a:ext>
            </a:extLst>
          </p:cNvPr>
          <p:cNvPicPr>
            <a:picLocks noChangeAspect="1"/>
          </p:cNvPicPr>
          <p:nvPr userDrawn="1"/>
        </p:nvPicPr>
        <p:blipFill>
          <a:blip r:embed="rId27"/>
          <a:stretch>
            <a:fillRect/>
          </a:stretch>
        </p:blipFill>
        <p:spPr>
          <a:xfrm>
            <a:off x="465513" y="6308731"/>
            <a:ext cx="1498204" cy="458558"/>
          </a:xfrm>
          <a:prstGeom prst="rect">
            <a:avLst/>
          </a:prstGeom>
        </p:spPr>
      </p:pic>
      <p:pic>
        <p:nvPicPr>
          <p:cNvPr id="17" name="Picture 16" descr="Text&#10;&#10;Description automatically generated">
            <a:extLst>
              <a:ext uri="{FF2B5EF4-FFF2-40B4-BE49-F238E27FC236}">
                <a16:creationId xmlns:a16="http://schemas.microsoft.com/office/drawing/2014/main" id="{35E5C65A-8841-41E0-83A7-2AD328E1B1F1}"/>
              </a:ext>
            </a:extLst>
          </p:cNvPr>
          <p:cNvPicPr>
            <a:picLocks noChangeAspect="1"/>
          </p:cNvPicPr>
          <p:nvPr userDrawn="1"/>
        </p:nvPicPr>
        <p:blipFill rotWithShape="1">
          <a:blip r:embed="rId28">
            <a:extLst>
              <a:ext uri="{28A0092B-C50C-407E-A947-70E740481C1C}">
                <a14:useLocalDpi xmlns:a14="http://schemas.microsoft.com/office/drawing/2010/main" val="0"/>
              </a:ext>
            </a:extLst>
          </a:blip>
          <a:srcRect l="7316" t="36544" r="11732" b="26452"/>
          <a:stretch/>
        </p:blipFill>
        <p:spPr>
          <a:xfrm>
            <a:off x="4564853" y="6339489"/>
            <a:ext cx="3050006" cy="397042"/>
          </a:xfrm>
          <a:prstGeom prst="rect">
            <a:avLst/>
          </a:prstGeom>
        </p:spPr>
      </p:pic>
      <p:sp>
        <p:nvSpPr>
          <p:cNvPr id="8" name="TextBox 7">
            <a:extLst>
              <a:ext uri="{FF2B5EF4-FFF2-40B4-BE49-F238E27FC236}">
                <a16:creationId xmlns:a16="http://schemas.microsoft.com/office/drawing/2014/main" id="{2D05F786-D587-7EAB-95BB-A3147BCCEEFA}"/>
              </a:ext>
            </a:extLst>
          </p:cNvPr>
          <p:cNvSpPr txBox="1"/>
          <p:nvPr userDrawn="1"/>
        </p:nvSpPr>
        <p:spPr>
          <a:xfrm>
            <a:off x="9867899" y="-8807"/>
            <a:ext cx="2324101" cy="307777"/>
          </a:xfrm>
          <a:prstGeom prst="rect">
            <a:avLst/>
          </a:prstGeom>
          <a:solidFill>
            <a:srgbClr val="003366"/>
          </a:solidFill>
        </p:spPr>
        <p:txBody>
          <a:bodyPr wrap="square" rtlCol="0">
            <a:spAutoFit/>
          </a:bodyPr>
          <a:lstStyle/>
          <a:p>
            <a:r>
              <a:rPr lang="en-US" sz="1400" b="1" dirty="0">
                <a:solidFill>
                  <a:srgbClr val="FF0000"/>
                </a:solidFill>
                <a:latin typeface="+mj-lt"/>
              </a:rPr>
              <a:t>Confidential, not for sharing</a:t>
            </a:r>
          </a:p>
        </p:txBody>
      </p:sp>
    </p:spTree>
    <p:extLst>
      <p:ext uri="{BB962C8B-B14F-4D97-AF65-F5344CB8AC3E}">
        <p14:creationId xmlns:p14="http://schemas.microsoft.com/office/powerpoint/2010/main" val="682135731"/>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Lst>
  <p:hf hdr="0" ftr="0" dt="0"/>
  <p:txStyles>
    <p:titleStyle>
      <a:lvl1pPr algn="l" defTabSz="685800" rtl="0" eaLnBrk="1" latinLnBrk="0" hangingPunct="1">
        <a:spcBef>
          <a:spcPct val="0"/>
        </a:spcBef>
        <a:buNone/>
        <a:defRPr sz="3300" b="1" kern="1200">
          <a:solidFill>
            <a:schemeClr val="bg1"/>
          </a:solidFill>
          <a:latin typeface="Segoe Condensed" panose="020B0606040200020203" pitchFamily="34" charset="0"/>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b="1" kern="1200">
          <a:solidFill>
            <a:schemeClr val="tx1">
              <a:lumMod val="50000"/>
              <a:lumOff val="50000"/>
            </a:schemeClr>
          </a:solidFill>
          <a:latin typeface="Segoe Condensed" panose="020B0606040200020203" pitchFamily="34" charset="0"/>
          <a:ea typeface="+mn-ea"/>
          <a:cs typeface="+mn-cs"/>
        </a:defRPr>
      </a:lvl1pPr>
      <a:lvl2pPr marL="557213" indent="-214313" algn="l" defTabSz="685800" rtl="0" eaLnBrk="1" latinLnBrk="0" hangingPunct="1">
        <a:spcBef>
          <a:spcPct val="20000"/>
        </a:spcBef>
        <a:buFont typeface="Arial" panose="020B0604020202020204" pitchFamily="34" charset="0"/>
        <a:buChar char="–"/>
        <a:defRPr sz="2100" b="1" kern="1200">
          <a:solidFill>
            <a:schemeClr val="tx1">
              <a:lumMod val="50000"/>
              <a:lumOff val="50000"/>
            </a:schemeClr>
          </a:solidFill>
          <a:latin typeface="Segoe Condensed" panose="020B0606040200020203" pitchFamily="34" charset="0"/>
          <a:ea typeface="+mn-ea"/>
          <a:cs typeface="+mn-cs"/>
        </a:defRPr>
      </a:lvl2pPr>
      <a:lvl3pPr marL="857250" indent="-171450" algn="l" defTabSz="685800" rtl="0" eaLnBrk="1" latinLnBrk="0" hangingPunct="1">
        <a:spcBef>
          <a:spcPct val="20000"/>
        </a:spcBef>
        <a:buFont typeface="Arial" panose="020B0604020202020204" pitchFamily="34" charset="0"/>
        <a:buChar char="•"/>
        <a:defRPr sz="1800" b="1" kern="1200">
          <a:solidFill>
            <a:schemeClr val="tx1">
              <a:lumMod val="50000"/>
              <a:lumOff val="50000"/>
            </a:schemeClr>
          </a:solidFill>
          <a:latin typeface="Segoe Condensed" panose="020B0606040200020203" pitchFamily="34" charset="0"/>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b="1" kern="1200">
          <a:solidFill>
            <a:schemeClr val="tx1">
              <a:lumMod val="50000"/>
              <a:lumOff val="50000"/>
            </a:schemeClr>
          </a:solidFill>
          <a:latin typeface="Segoe Condensed" panose="020B0606040200020203" pitchFamily="34" charset="0"/>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b="1" kern="1200">
          <a:solidFill>
            <a:schemeClr val="tx1">
              <a:lumMod val="50000"/>
              <a:lumOff val="50000"/>
            </a:schemeClr>
          </a:solidFill>
          <a:latin typeface="Segoe Condensed" panose="020B0606040200020203" pitchFamily="34" charset="0"/>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06207D2-CACC-44E7-87C2-03B2C7DD4303}"/>
              </a:ext>
            </a:extLst>
          </p:cNvPr>
          <p:cNvSpPr>
            <a:spLocks noGrp="1"/>
          </p:cNvSpPr>
          <p:nvPr>
            <p:ph idx="1"/>
          </p:nvPr>
        </p:nvSpPr>
        <p:spPr/>
        <p:txBody>
          <a:bodyPr vert="horz" lIns="91440" tIns="45720" rIns="91440" bIns="45720" rtlCol="0" anchor="t">
            <a:normAutofit/>
          </a:bodyPr>
          <a:lstStyle/>
          <a:p>
            <a:r>
              <a:rPr lang="en-US" sz="2200" dirty="0">
                <a:latin typeface="Segoe Condensed"/>
              </a:rPr>
              <a:t>The following slides are not final and are produced solely for the purposes of informing operations. All information in this slide deck should be treated as confidential and provisional, and </a:t>
            </a:r>
            <a:r>
              <a:rPr lang="en-US" sz="2200" b="1" dirty="0">
                <a:latin typeface="Segoe Condensed"/>
              </a:rPr>
              <a:t>should not be shared or used for any outward facing products</a:t>
            </a:r>
            <a:r>
              <a:rPr lang="en-US" sz="2200" dirty="0">
                <a:latin typeface="Segoe Condensed"/>
              </a:rPr>
              <a:t>.</a:t>
            </a:r>
          </a:p>
          <a:p>
            <a:r>
              <a:rPr lang="en-US" sz="2200" dirty="0">
                <a:latin typeface="Segoe Condensed"/>
              </a:rPr>
              <a:t>Caution must be taken when interpreting all data presented. Differences between information products published by WHO, national public health authorities, and other sources using different inclusion criteria and different data cut-off times are to be expected. While steps are taken to ensure accuracy and reliability, all data are subject to continuous verification and change. Counts are subject to variations in case detection, definitions, laboratory testing, and reporting strategies and capacities between countries, states and territories.​</a:t>
            </a:r>
          </a:p>
          <a:p>
            <a:r>
              <a:rPr lang="en-GB" sz="2200" dirty="0">
                <a:latin typeface="Segoe Condensed"/>
              </a:rPr>
              <a:t>The signals and/or events presented here may not be recorded in EMS or on the emergency dashboard.</a:t>
            </a:r>
          </a:p>
        </p:txBody>
      </p:sp>
      <p:sp>
        <p:nvSpPr>
          <p:cNvPr id="3" name="Slide Number Placeholder 3">
            <a:extLst>
              <a:ext uri="{FF2B5EF4-FFF2-40B4-BE49-F238E27FC236}">
                <a16:creationId xmlns:a16="http://schemas.microsoft.com/office/drawing/2014/main" id="{7BE90D03-66B0-4F8A-B8A2-906D47416595}"/>
              </a:ext>
            </a:extLst>
          </p:cNvPr>
          <p:cNvSpPr>
            <a:spLocks noGrp="1"/>
          </p:cNvSpPr>
          <p:nvPr>
            <p:ph type="sldNum" sz="quarter" idx="12"/>
          </p:nvPr>
        </p:nvSpPr>
        <p:spPr/>
        <p:txBody>
          <a:bodyPr/>
          <a:lstStyle/>
          <a:p>
            <a:fld id="{C5EF2332-01BF-834F-8236-50238282D533}" type="slidenum">
              <a:rPr lang="en-US" smtClean="0"/>
              <a:t>1</a:t>
            </a:fld>
            <a:endParaRPr lang="en-US"/>
          </a:p>
        </p:txBody>
      </p:sp>
      <p:sp>
        <p:nvSpPr>
          <p:cNvPr id="4" name="Title 1">
            <a:extLst>
              <a:ext uri="{FF2B5EF4-FFF2-40B4-BE49-F238E27FC236}">
                <a16:creationId xmlns:a16="http://schemas.microsoft.com/office/drawing/2014/main" id="{3AB0EFD9-403D-42E6-B2FE-352751760579}"/>
              </a:ext>
            </a:extLst>
          </p:cNvPr>
          <p:cNvSpPr>
            <a:spLocks noGrp="1"/>
          </p:cNvSpPr>
          <p:nvPr>
            <p:ph type="title"/>
          </p:nvPr>
        </p:nvSpPr>
        <p:spPr/>
        <p:txBody>
          <a:bodyPr/>
          <a:lstStyle/>
          <a:p>
            <a:r>
              <a:rPr lang="en-GB" dirty="0"/>
              <a:t>Preface</a:t>
            </a:r>
            <a:endParaRPr lang="en-US" dirty="0"/>
          </a:p>
        </p:txBody>
      </p:sp>
    </p:spTree>
    <p:extLst>
      <p:ext uri="{BB962C8B-B14F-4D97-AF65-F5344CB8AC3E}">
        <p14:creationId xmlns:p14="http://schemas.microsoft.com/office/powerpoint/2010/main" val="3845765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Content Placeholder 7">
            <a:extLst>
              <a:ext uri="{FF2B5EF4-FFF2-40B4-BE49-F238E27FC236}">
                <a16:creationId xmlns:a16="http://schemas.microsoft.com/office/drawing/2014/main" id="{033D863D-6444-4ECB-AE0C-42B92516DC34}"/>
              </a:ext>
            </a:extLst>
          </p:cNvPr>
          <p:cNvPicPr>
            <a:picLocks noGrp="1" noChangeAspect="1"/>
          </p:cNvPicPr>
          <p:nvPr>
            <p:ph idx="1"/>
          </p:nvPr>
        </p:nvPicPr>
        <p:blipFill>
          <a:blip r:embed="rId2"/>
          <a:stretch>
            <a:fillRect/>
          </a:stretch>
        </p:blipFill>
        <p:spPr>
          <a:xfrm>
            <a:off x="2775660" y="1600200"/>
            <a:ext cx="6640679" cy="4525963"/>
          </a:xfrm>
        </p:spPr>
      </p:pic>
      <p:sp>
        <p:nvSpPr>
          <p:cNvPr id="3" name="Slide Number Placeholder 8">
            <a:extLst>
              <a:ext uri="{FF2B5EF4-FFF2-40B4-BE49-F238E27FC236}">
                <a16:creationId xmlns:a16="http://schemas.microsoft.com/office/drawing/2014/main" id="{3F415774-0DEE-48C3-BFB1-708BC8B200DA}"/>
              </a:ext>
            </a:extLst>
          </p:cNvPr>
          <p:cNvSpPr>
            <a:spLocks noGrp="1"/>
          </p:cNvSpPr>
          <p:nvPr>
            <p:ph type="sldNum" sz="quarter" idx="12"/>
          </p:nvPr>
        </p:nvSpPr>
        <p:spPr/>
        <p:txBody>
          <a:bodyPr/>
          <a:lstStyle/>
          <a:p>
            <a:fld id="{C5EF2332-01BF-834F-8236-50238282D533}" type="slidenum">
              <a:rPr lang="en-US" smtClean="0"/>
              <a:t>2</a:t>
            </a:fld>
            <a:endParaRPr lang="en-US"/>
          </a:p>
        </p:txBody>
      </p:sp>
      <p:sp>
        <p:nvSpPr>
          <p:cNvPr id="4" name="Title 1">
            <a:extLst>
              <a:ext uri="{FF2B5EF4-FFF2-40B4-BE49-F238E27FC236}">
                <a16:creationId xmlns:a16="http://schemas.microsoft.com/office/drawing/2014/main" id="{B6CC0878-C8E5-4FF4-B70A-5717E35795E8}"/>
              </a:ext>
            </a:extLst>
          </p:cNvPr>
          <p:cNvSpPr>
            <a:spLocks noGrp="1"/>
          </p:cNvSpPr>
          <p:nvPr>
            <p:ph type="title"/>
          </p:nvPr>
        </p:nvSpPr>
        <p:spPr/>
        <p:txBody>
          <a:bodyPr>
            <a:normAutofit/>
          </a:bodyPr>
          <a:lstStyle/>
          <a:p>
            <a:r>
              <a:rPr lang="en-GB" sz="2800">
                <a:latin typeface="Segoe Condensed"/>
              </a:rPr>
              <a:t>Detection, verification, risk assessment, communication and response process</a:t>
            </a:r>
            <a:endParaRPr lang="en-US" sz="2800"/>
          </a:p>
        </p:txBody>
      </p:sp>
    </p:spTree>
    <p:extLst>
      <p:ext uri="{BB962C8B-B14F-4D97-AF65-F5344CB8AC3E}">
        <p14:creationId xmlns:p14="http://schemas.microsoft.com/office/powerpoint/2010/main" val="3279690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F8B747CF-767E-769E-2FCC-1D4A38EDAF1A}"/>
              </a:ext>
            </a:extLst>
          </p:cNvPr>
          <p:cNvSpPr>
            <a:spLocks noGrp="1"/>
          </p:cNvSpPr>
          <p:nvPr>
            <p:ph type="sldNum" sz="quarter" idx="12"/>
          </p:nvPr>
        </p:nvSpPr>
        <p:spPr/>
        <p:txBody>
          <a:bodyPr/>
          <a:lstStyle/>
          <a:p>
            <a:fld id="{C5EF2332-01BF-834F-8236-50238282D533}" type="slidenum">
              <a:rPr lang="en-US" smtClean="0"/>
              <a:t>3</a:t>
            </a:fld>
            <a:endParaRPr lang="en-US" dirty="0"/>
          </a:p>
        </p:txBody>
      </p:sp>
      <p:sp>
        <p:nvSpPr>
          <p:cNvPr id="3" name="Title 3">
            <a:extLst>
              <a:ext uri="{FF2B5EF4-FFF2-40B4-BE49-F238E27FC236}">
                <a16:creationId xmlns:a16="http://schemas.microsoft.com/office/drawing/2014/main" id="{240AD5C5-3083-97FD-51A2-1B385ED982F3}"/>
              </a:ext>
            </a:extLst>
          </p:cNvPr>
          <p:cNvSpPr>
            <a:spLocks noGrp="1"/>
          </p:cNvSpPr>
          <p:nvPr>
            <p:ph type="title"/>
          </p:nvPr>
        </p:nvSpPr>
        <p:spPr/>
        <p:txBody>
          <a:bodyPr/>
          <a:lstStyle/>
          <a:p>
            <a:r>
              <a:rPr lang="en-US" dirty="0">
                <a:latin typeface="Segoe Condensed"/>
              </a:rPr>
              <a:t>WHO-HQ PHI information flow</a:t>
            </a:r>
            <a:endParaRPr lang="en-US" dirty="0"/>
          </a:p>
        </p:txBody>
      </p:sp>
      <p:pic>
        <p:nvPicPr>
          <p:cNvPr id="4" name="Picture 8">
            <a:extLst>
              <a:ext uri="{FF2B5EF4-FFF2-40B4-BE49-F238E27FC236}">
                <a16:creationId xmlns:a16="http://schemas.microsoft.com/office/drawing/2014/main" id="{025C2684-9F35-22C8-3475-F6D862DD31B9}"/>
              </a:ext>
            </a:extLst>
          </p:cNvPr>
          <p:cNvPicPr>
            <a:picLocks noChangeAspect="1"/>
          </p:cNvPicPr>
          <p:nvPr/>
        </p:nvPicPr>
        <p:blipFill>
          <a:blip r:embed="rId2"/>
          <a:stretch>
            <a:fillRect/>
          </a:stretch>
        </p:blipFill>
        <p:spPr>
          <a:xfrm>
            <a:off x="2225733" y="1187355"/>
            <a:ext cx="6400380" cy="5670645"/>
          </a:xfrm>
          <a:prstGeom prst="rect">
            <a:avLst/>
          </a:prstGeom>
        </p:spPr>
      </p:pic>
      <p:pic>
        <p:nvPicPr>
          <p:cNvPr id="5" name="Picture 10">
            <a:extLst>
              <a:ext uri="{FF2B5EF4-FFF2-40B4-BE49-F238E27FC236}">
                <a16:creationId xmlns:a16="http://schemas.microsoft.com/office/drawing/2014/main" id="{12874C9A-456C-FAB3-6232-572029F8215A}"/>
              </a:ext>
            </a:extLst>
          </p:cNvPr>
          <p:cNvPicPr>
            <a:picLocks noChangeAspect="1"/>
          </p:cNvPicPr>
          <p:nvPr/>
        </p:nvPicPr>
        <p:blipFill>
          <a:blip r:embed="rId3"/>
          <a:stretch>
            <a:fillRect/>
          </a:stretch>
        </p:blipFill>
        <p:spPr>
          <a:xfrm>
            <a:off x="9392206" y="4629333"/>
            <a:ext cx="2429214" cy="1448002"/>
          </a:xfrm>
          <a:prstGeom prst="rect">
            <a:avLst/>
          </a:prstGeom>
        </p:spPr>
      </p:pic>
    </p:spTree>
    <p:extLst>
      <p:ext uri="{BB962C8B-B14F-4D97-AF65-F5344CB8AC3E}">
        <p14:creationId xmlns:p14="http://schemas.microsoft.com/office/powerpoint/2010/main" val="4186395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CD2EDE8-393F-E898-1E71-EBFBC49A954A}"/>
            </a:ext>
          </a:extLst>
        </p:cNvPr>
        <p:cNvGrpSpPr/>
        <p:nvPr/>
      </p:nvGrpSpPr>
      <p:grpSpPr>
        <a:xfrm>
          <a:off x="0" y="0"/>
          <a:ext cx="0" cy="0"/>
          <a:chOff x="0" y="0"/>
          <a:chExt cx="0" cy="0"/>
        </a:xfrm>
      </p:grpSpPr>
      <p:sp>
        <p:nvSpPr>
          <p:cNvPr id="2" name="Text Placeholder 7">
            <a:extLst>
              <a:ext uri="{FF2B5EF4-FFF2-40B4-BE49-F238E27FC236}">
                <a16:creationId xmlns:a16="http://schemas.microsoft.com/office/drawing/2014/main" id="{5834A62E-09B5-7CA3-9B7D-FF50327FAF57}"/>
              </a:ext>
            </a:extLst>
          </p:cNvPr>
          <p:cNvSpPr>
            <a:spLocks noGrp="1"/>
          </p:cNvSpPr>
          <p:nvPr>
            <p:ph type="body" idx="1"/>
          </p:nvPr>
        </p:nvSpPr>
        <p:spPr>
          <a:xfrm>
            <a:off x="609600" y="1499255"/>
            <a:ext cx="9502588" cy="417557"/>
          </a:xfrm>
        </p:spPr>
        <p:txBody>
          <a:bodyPr>
            <a:normAutofit/>
          </a:bodyPr>
          <a:lstStyle/>
          <a:p>
            <a:r>
              <a:rPr lang="en-GB" dirty="0"/>
              <a:t>Detection and verification occur through three different pathways simultaneously: </a:t>
            </a:r>
            <a:endParaRPr lang="en-US" dirty="0"/>
          </a:p>
        </p:txBody>
      </p:sp>
      <p:sp>
        <p:nvSpPr>
          <p:cNvPr id="3" name="Content Placeholder 1">
            <a:extLst>
              <a:ext uri="{FF2B5EF4-FFF2-40B4-BE49-F238E27FC236}">
                <a16:creationId xmlns:a16="http://schemas.microsoft.com/office/drawing/2014/main" id="{1F721F75-C571-E837-B127-C017C51CFC2D}"/>
              </a:ext>
            </a:extLst>
          </p:cNvPr>
          <p:cNvSpPr>
            <a:spLocks noGrp="1"/>
          </p:cNvSpPr>
          <p:nvPr>
            <p:ph sz="half" idx="2"/>
          </p:nvPr>
        </p:nvSpPr>
        <p:spPr>
          <a:xfrm>
            <a:off x="609600" y="1922228"/>
            <a:ext cx="10972802" cy="3951288"/>
          </a:xfrm>
        </p:spPr>
        <p:txBody>
          <a:bodyPr vert="horz" lIns="91440" tIns="45720" rIns="91440" bIns="45720" rtlCol="0" anchor="t">
            <a:noAutofit/>
          </a:bodyPr>
          <a:lstStyle/>
          <a:p>
            <a:pPr marL="342900" marR="0" algn="just" defTabSz="685800" rtl="0" eaLnBrk="1" fontAlgn="auto" latinLnBrk="0" hangingPunct="1">
              <a:lnSpc>
                <a:spcPct val="100000"/>
              </a:lnSpc>
              <a:spcBef>
                <a:spcPct val="20000"/>
              </a:spcBef>
              <a:spcAft>
                <a:spcPts val="0"/>
              </a:spcAft>
              <a:buClrTx/>
              <a:buSzTx/>
              <a:buAutoNum type="arabicPeriod"/>
              <a:tabLst/>
              <a:defRPr/>
            </a:pPr>
            <a:r>
              <a:rPr kumimoji="0" lang="en-GB" sz="1700" b="1" i="0" u="none" strike="noStrike" kern="1200" cap="none" spc="0" normalizeH="0" baseline="0" noProof="0" dirty="0">
                <a:ln>
                  <a:noFill/>
                </a:ln>
                <a:solidFill>
                  <a:prstClr val="black"/>
                </a:solidFill>
                <a:effectLst/>
                <a:uLnTx/>
                <a:uFillTx/>
                <a:latin typeface="Segoe Condensed"/>
              </a:rPr>
              <a:t>Epidemic Intelligence from Open Source (EIOS) monitoring: </a:t>
            </a:r>
            <a:r>
              <a:rPr kumimoji="0" lang="en-GB" sz="1700" b="0" i="0" u="none" strike="noStrike" kern="1200" cap="none" spc="0" normalizeH="0" baseline="0" noProof="0" dirty="0">
                <a:ln>
                  <a:noFill/>
                </a:ln>
                <a:solidFill>
                  <a:prstClr val="black"/>
                </a:solidFill>
                <a:effectLst/>
                <a:uLnTx/>
                <a:uFillTx/>
                <a:latin typeface="Segoe Condensed"/>
              </a:rPr>
              <a:t>to detect signals through event-based surveillance, this includes signals on human health, animal health (zoonosis), undiagnosed disease with potential threat to human health</a:t>
            </a:r>
            <a:r>
              <a:rPr kumimoji="0" lang="en-GB" sz="1700" b="0" i="0" u="none" strike="sngStrike" kern="1200" cap="none" spc="0" normalizeH="0" baseline="0" noProof="0" dirty="0">
                <a:ln>
                  <a:noFill/>
                </a:ln>
                <a:solidFill>
                  <a:prstClr val="black"/>
                </a:solidFill>
                <a:effectLst/>
                <a:uLnTx/>
                <a:uFillTx/>
                <a:latin typeface="Segoe Condensed"/>
              </a:rPr>
              <a:t>)</a:t>
            </a:r>
            <a:r>
              <a:rPr kumimoji="0" lang="en-GB" sz="1700" b="0" i="0" u="none" strike="noStrike" kern="1200" cap="none" spc="0" normalizeH="0" baseline="0" noProof="0" dirty="0">
                <a:ln>
                  <a:noFill/>
                </a:ln>
                <a:solidFill>
                  <a:prstClr val="black"/>
                </a:solidFill>
                <a:effectLst/>
                <a:uLnTx/>
                <a:uFillTx/>
                <a:latin typeface="Segoe Condensed"/>
              </a:rPr>
              <a:t>, food security &amp; food safety, travel and trade restrictions, environmental and chemical hazards. </a:t>
            </a:r>
            <a:endParaRPr lang="en-US" sz="1700" b="0" i="0" u="none" strike="noStrike" kern="1200" cap="none" spc="0" normalizeH="0" baseline="0" noProof="0" dirty="0">
              <a:ln>
                <a:noFill/>
              </a:ln>
              <a:solidFill>
                <a:prstClr val="black"/>
              </a:solidFill>
              <a:effectLst/>
              <a:uLnTx/>
              <a:uFillTx/>
              <a:latin typeface="Segoe Condensed"/>
            </a:endParaRPr>
          </a:p>
          <a:p>
            <a:pPr marL="342900" marR="0" algn="just" defTabSz="685800" rtl="0" eaLnBrk="1" fontAlgn="auto" latinLnBrk="0" hangingPunct="1">
              <a:lnSpc>
                <a:spcPct val="100000"/>
              </a:lnSpc>
              <a:spcBef>
                <a:spcPct val="20000"/>
              </a:spcBef>
              <a:spcAft>
                <a:spcPts val="0"/>
              </a:spcAft>
              <a:buClrTx/>
              <a:buSzTx/>
              <a:buFont typeface="Arial" panose="020B0604020202020204" pitchFamily="34" charset="0"/>
              <a:buAutoNum type="arabicPeriod"/>
              <a:tabLst/>
              <a:defRPr/>
            </a:pPr>
            <a:r>
              <a:rPr kumimoji="0" lang="en-GB" sz="1700" b="1" i="0" u="none" strike="noStrike" kern="1200" cap="none" spc="0" normalizeH="0" baseline="0" noProof="0" dirty="0">
                <a:ln>
                  <a:noFill/>
                </a:ln>
                <a:solidFill>
                  <a:prstClr val="black"/>
                </a:solidFill>
                <a:effectLst/>
                <a:uLnTx/>
                <a:uFillTx/>
                <a:latin typeface="Segoe Condensed"/>
              </a:rPr>
              <a:t>Outbreak email monitoring:</a:t>
            </a:r>
            <a:r>
              <a:rPr kumimoji="0" lang="en-GB" sz="1700" b="0" i="0" u="none" strike="noStrike" kern="1200" cap="none" spc="0" normalizeH="0" baseline="0" noProof="0" dirty="0">
                <a:ln>
                  <a:noFill/>
                </a:ln>
                <a:solidFill>
                  <a:prstClr val="black"/>
                </a:solidFill>
                <a:effectLst/>
                <a:uLnTx/>
                <a:uFillTx/>
                <a:latin typeface="Segoe Condensed"/>
              </a:rPr>
              <a:t> to detect and verify signals, "Outbreak" receives information about signals from formal, informal sources, and indicator-based surveillance; official IHR notifications for events and updates on events are also received through “Outbreak”. </a:t>
            </a:r>
            <a:endParaRPr lang="en-US" sz="1700" b="0" i="0" u="none" strike="noStrike" kern="1200" cap="none" spc="0" normalizeH="0" baseline="0" noProof="0" dirty="0">
              <a:ln>
                <a:noFill/>
              </a:ln>
              <a:solidFill>
                <a:prstClr val="black"/>
              </a:solidFill>
              <a:effectLst/>
              <a:uLnTx/>
              <a:uFillTx/>
              <a:latin typeface="Segoe Condensed"/>
            </a:endParaRPr>
          </a:p>
          <a:p>
            <a:pPr marL="342900" marR="0" algn="just" defTabSz="685800" rtl="0" eaLnBrk="1" fontAlgn="auto" latinLnBrk="0" hangingPunct="1">
              <a:lnSpc>
                <a:spcPct val="100000"/>
              </a:lnSpc>
              <a:spcBef>
                <a:spcPct val="20000"/>
              </a:spcBef>
              <a:spcAft>
                <a:spcPts val="0"/>
              </a:spcAft>
              <a:buClrTx/>
              <a:buSzTx/>
              <a:buFont typeface="Arial" panose="020B0604020202020204" pitchFamily="34" charset="0"/>
              <a:buAutoNum type="arabicPeriod"/>
              <a:tabLst/>
              <a:defRPr/>
            </a:pPr>
            <a:r>
              <a:rPr kumimoji="0" lang="en-GB" sz="1700" b="1" i="0" u="none" strike="noStrike" kern="1200" cap="none" spc="0" normalizeH="0" baseline="0" noProof="0" dirty="0">
                <a:ln>
                  <a:noFill/>
                </a:ln>
                <a:solidFill>
                  <a:prstClr val="black"/>
                </a:solidFill>
                <a:effectLst/>
                <a:uLnTx/>
                <a:uFillTx/>
                <a:latin typeface="Segoe Condensed"/>
                <a:ea typeface="+mn-ea"/>
                <a:cs typeface="+mn-cs"/>
              </a:rPr>
              <a:t>EMS monitoring and event follow-up: </a:t>
            </a:r>
            <a:r>
              <a:rPr kumimoji="0" lang="en-GB" sz="1700" b="0" i="0" u="none" strike="noStrike" kern="1200" cap="none" spc="0" normalizeH="0" baseline="0" noProof="0" dirty="0">
                <a:ln>
                  <a:noFill/>
                </a:ln>
                <a:solidFill>
                  <a:prstClr val="black"/>
                </a:solidFill>
                <a:effectLst/>
                <a:uLnTx/>
                <a:uFillTx/>
                <a:latin typeface="Segoe Condensed"/>
                <a:ea typeface="+mn-ea"/>
                <a:cs typeface="+mn-cs"/>
              </a:rPr>
              <a:t>to determine if any identified signal is already classified as an event and to follow-up on existing events.</a:t>
            </a:r>
            <a:endParaRPr lang="en-GB" sz="1700" b="0" i="0" u="none" strike="noStrike" kern="1200" cap="none" spc="0" normalizeH="0" baseline="0" noProof="0" dirty="0">
              <a:ln>
                <a:noFill/>
              </a:ln>
              <a:solidFill>
                <a:prstClr val="black"/>
              </a:solidFill>
              <a:effectLst/>
              <a:uLnTx/>
              <a:uFillTx/>
              <a:latin typeface="Segoe Condensed"/>
            </a:endParaRPr>
          </a:p>
          <a:p>
            <a:pPr marL="0" indent="0">
              <a:buNone/>
            </a:pPr>
            <a:endParaRPr lang="en-US" dirty="0"/>
          </a:p>
        </p:txBody>
      </p:sp>
      <p:sp>
        <p:nvSpPr>
          <p:cNvPr id="4" name="Text Placeholder 8">
            <a:extLst>
              <a:ext uri="{FF2B5EF4-FFF2-40B4-BE49-F238E27FC236}">
                <a16:creationId xmlns:a16="http://schemas.microsoft.com/office/drawing/2014/main" id="{4752E828-782F-A11A-0887-256BEA188C6F}"/>
              </a:ext>
            </a:extLst>
          </p:cNvPr>
          <p:cNvSpPr>
            <a:spLocks noGrp="1"/>
          </p:cNvSpPr>
          <p:nvPr>
            <p:ph type="body" sz="quarter" idx="3"/>
          </p:nvPr>
        </p:nvSpPr>
        <p:spPr>
          <a:xfrm>
            <a:off x="609600" y="4261302"/>
            <a:ext cx="5389033" cy="639762"/>
          </a:xfrm>
        </p:spPr>
        <p:txBody>
          <a:bodyPr/>
          <a:lstStyle/>
          <a:p>
            <a:r>
              <a:rPr lang="en-US" dirty="0"/>
              <a:t>From signal to event</a:t>
            </a:r>
          </a:p>
          <a:p>
            <a:endParaRPr lang="en-US" dirty="0"/>
          </a:p>
        </p:txBody>
      </p:sp>
      <p:sp>
        <p:nvSpPr>
          <p:cNvPr id="5" name="Slide Number Placeholder 3">
            <a:extLst>
              <a:ext uri="{FF2B5EF4-FFF2-40B4-BE49-F238E27FC236}">
                <a16:creationId xmlns:a16="http://schemas.microsoft.com/office/drawing/2014/main" id="{DCF76CDD-C428-42CD-4E84-A64654483DE2}"/>
              </a:ext>
            </a:extLst>
          </p:cNvPr>
          <p:cNvSpPr>
            <a:spLocks noGrp="1"/>
          </p:cNvSpPr>
          <p:nvPr>
            <p:ph type="sldNum" sz="quarter" idx="12"/>
          </p:nvPr>
        </p:nvSpPr>
        <p:spPr/>
        <p:txBody>
          <a:bodyPr/>
          <a:lstStyle/>
          <a:p>
            <a:fld id="{C5EF2332-01BF-834F-8236-50238282D533}" type="slidenum">
              <a:rPr lang="en-US" smtClean="0"/>
              <a:t>4</a:t>
            </a:fld>
            <a:endParaRPr lang="en-US"/>
          </a:p>
        </p:txBody>
      </p:sp>
      <p:sp>
        <p:nvSpPr>
          <p:cNvPr id="6" name="Title 1">
            <a:extLst>
              <a:ext uri="{FF2B5EF4-FFF2-40B4-BE49-F238E27FC236}">
                <a16:creationId xmlns:a16="http://schemas.microsoft.com/office/drawing/2014/main" id="{D6CDED18-B446-CC6D-D620-2CB95B177C66}"/>
              </a:ext>
            </a:extLst>
          </p:cNvPr>
          <p:cNvSpPr>
            <a:spLocks noGrp="1"/>
          </p:cNvSpPr>
          <p:nvPr>
            <p:ph type="title"/>
          </p:nvPr>
        </p:nvSpPr>
        <p:spPr/>
        <p:txBody>
          <a:bodyPr/>
          <a:lstStyle/>
          <a:p>
            <a:r>
              <a:rPr lang="en-GB" dirty="0">
                <a:latin typeface="Segoe Condensed"/>
              </a:rPr>
              <a:t>Detection and Verification Process</a:t>
            </a:r>
            <a:endParaRPr lang="en-US" dirty="0"/>
          </a:p>
        </p:txBody>
      </p:sp>
      <p:sp>
        <p:nvSpPr>
          <p:cNvPr id="7" name="TextBox 13">
            <a:extLst>
              <a:ext uri="{FF2B5EF4-FFF2-40B4-BE49-F238E27FC236}">
                <a16:creationId xmlns:a16="http://schemas.microsoft.com/office/drawing/2014/main" id="{F1E71ACF-DD33-96CB-9DCE-3429307D6ACD}"/>
              </a:ext>
            </a:extLst>
          </p:cNvPr>
          <p:cNvSpPr txBox="1"/>
          <p:nvPr/>
        </p:nvSpPr>
        <p:spPr>
          <a:xfrm>
            <a:off x="609599" y="4622695"/>
            <a:ext cx="10972800" cy="1400383"/>
          </a:xfrm>
          <a:prstGeom prst="rect">
            <a:avLst/>
          </a:prstGeom>
          <a:noFill/>
        </p:spPr>
        <p:txBody>
          <a:bodyPr wrap="square">
            <a:spAutoFit/>
          </a:bodyPr>
          <a:lstStyle/>
          <a:p>
            <a:pPr algn="just" rtl="0" fontAlgn="base"/>
            <a:r>
              <a:rPr lang="en-GB" sz="1700" dirty="0">
                <a:solidFill>
                  <a:prstClr val="black"/>
                </a:solidFill>
                <a:latin typeface="Segoe Condensed"/>
              </a:rPr>
              <a:t>To assess and verify signals, information is cross-checked against several reference sources and sent to the appropriate WHO regional office and/or partners to confirm the veracity of the information and determine if it should be classified as an event.</a:t>
            </a:r>
            <a:r>
              <a:rPr lang="en-US" sz="1700" dirty="0">
                <a:solidFill>
                  <a:prstClr val="black"/>
                </a:solidFill>
                <a:latin typeface="Segoe Condensed"/>
              </a:rPr>
              <a:t>​</a:t>
            </a:r>
          </a:p>
          <a:p>
            <a:pPr algn="just" rtl="0" fontAlgn="base"/>
            <a:r>
              <a:rPr lang="en-GB" sz="1700" dirty="0">
                <a:solidFill>
                  <a:prstClr val="black"/>
                </a:solidFill>
                <a:latin typeface="Segoe Condensed"/>
              </a:rPr>
              <a:t>​</a:t>
            </a:r>
          </a:p>
          <a:p>
            <a:pPr algn="just" rtl="0" fontAlgn="base"/>
            <a:r>
              <a:rPr lang="en-GB" sz="1700" dirty="0">
                <a:solidFill>
                  <a:prstClr val="black"/>
                </a:solidFill>
                <a:latin typeface="Segoe Condensed"/>
              </a:rPr>
              <a:t>Signals/events referred to in the following slides include those identified during event-based surveillance using EIOS, received in </a:t>
            </a:r>
            <a:r>
              <a:rPr lang="en-GB" sz="1700" dirty="0" err="1">
                <a:solidFill>
                  <a:prstClr val="black"/>
                </a:solidFill>
                <a:latin typeface="Segoe Condensed"/>
              </a:rPr>
              <a:t>'Outbreak'</a:t>
            </a:r>
            <a:r>
              <a:rPr lang="en-GB" sz="1700" dirty="0">
                <a:solidFill>
                  <a:prstClr val="black"/>
                </a:solidFill>
                <a:latin typeface="Segoe Condensed"/>
              </a:rPr>
              <a:t> email inbox, or published in EMS.</a:t>
            </a:r>
            <a:endParaRPr lang="en-US" sz="1700" dirty="0">
              <a:solidFill>
                <a:prstClr val="black"/>
              </a:solidFill>
              <a:latin typeface="Segoe Condensed"/>
            </a:endParaRPr>
          </a:p>
        </p:txBody>
      </p:sp>
    </p:spTree>
    <p:extLst>
      <p:ext uri="{BB962C8B-B14F-4D97-AF65-F5344CB8AC3E}">
        <p14:creationId xmlns:p14="http://schemas.microsoft.com/office/powerpoint/2010/main" val="773111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1F52C1-FD5B-2850-943B-B60A4F5EDF69}"/>
              </a:ext>
            </a:extLst>
          </p:cNvPr>
          <p:cNvSpPr>
            <a:spLocks noGrp="1"/>
          </p:cNvSpPr>
          <p:nvPr>
            <p:ph type="body" orient="vert" idx="1"/>
          </p:nvPr>
        </p:nvSpPr>
        <p:spPr/>
        <p:txBody>
          <a:bodyPr vert="horz" lIns="91440" tIns="45720" rIns="91440" bIns="45720" rtlCol="0" anchor="t">
            <a:noAutofit/>
          </a:bodyPr>
          <a:lstStyle/>
          <a:p>
            <a:pPr marL="371475" indent="-285750" algn="just">
              <a:defRPr/>
            </a:pPr>
            <a:r>
              <a:rPr lang="en-GB" sz="1700" dirty="0">
                <a:solidFill>
                  <a:prstClr val="black"/>
                </a:solidFill>
                <a:latin typeface="Segoe Condensed"/>
              </a:rPr>
              <a:t>Raw </a:t>
            </a:r>
            <a:r>
              <a:rPr kumimoji="0" lang="en-GB" sz="1700" b="1" i="0" u="none" strike="noStrike" kern="1200" cap="none" spc="0" normalizeH="0" baseline="0" noProof="0" dirty="0">
                <a:ln>
                  <a:noFill/>
                </a:ln>
                <a:solidFill>
                  <a:prstClr val="black"/>
                </a:solidFill>
                <a:effectLst/>
                <a:uLnTx/>
                <a:uFillTx/>
                <a:latin typeface="Segoe Condensed"/>
              </a:rPr>
              <a:t>signal: </a:t>
            </a:r>
            <a:r>
              <a:rPr kumimoji="0" lang="en-US" sz="1700" b="0" i="0" u="none" strike="noStrike" kern="1200" cap="none" spc="0" normalizeH="0" baseline="0" noProof="0" dirty="0">
                <a:ln>
                  <a:noFill/>
                </a:ln>
                <a:solidFill>
                  <a:prstClr val="black"/>
                </a:solidFill>
                <a:effectLst/>
                <a:uLnTx/>
                <a:uFillTx/>
                <a:latin typeface="Segoe Condensed"/>
              </a:rPr>
              <a:t>any information, data or communication collected, obtained, received, or acquired through an initial filtering of sources used for surveillance activities for the purpose of detecting potential acute risks to human health</a:t>
            </a:r>
          </a:p>
          <a:p>
            <a:pPr marL="371475" indent="-285750" algn="just">
              <a:defRPr/>
            </a:pPr>
            <a:endParaRPr lang="en-US" sz="1700" b="0" i="0" u="none" strike="noStrike" kern="1200" cap="none" spc="0" normalizeH="0" baseline="0" noProof="0" dirty="0">
              <a:ln>
                <a:noFill/>
              </a:ln>
              <a:solidFill>
                <a:prstClr val="black"/>
              </a:solidFill>
              <a:effectLst/>
              <a:uLnTx/>
              <a:uFillTx/>
              <a:latin typeface="Segoe Condensed"/>
            </a:endParaRPr>
          </a:p>
          <a:p>
            <a:pPr marL="371475" indent="-285750" algn="just">
              <a:defRPr/>
            </a:pPr>
            <a:r>
              <a:rPr lang="en-GB" sz="1700" dirty="0">
                <a:solidFill>
                  <a:prstClr val="black"/>
                </a:solidFill>
                <a:latin typeface="Segoe Condensed"/>
              </a:rPr>
              <a:t>Potential signal:</a:t>
            </a:r>
            <a:r>
              <a:rPr kumimoji="0" lang="en-GB" sz="1700" i="0" u="none" strike="noStrike" kern="1200" cap="none" spc="0" normalizeH="0" baseline="0" noProof="0" dirty="0">
                <a:ln>
                  <a:noFill/>
                </a:ln>
                <a:solidFill>
                  <a:prstClr val="black"/>
                </a:solidFill>
                <a:effectLst/>
                <a:uLnTx/>
                <a:uFillTx/>
                <a:latin typeface="Segoe Condensed"/>
              </a:rPr>
              <a:t> </a:t>
            </a:r>
            <a:r>
              <a:rPr kumimoji="0" lang="en-US" sz="1700" b="0" i="0" u="none" strike="noStrike" kern="1200" cap="none" spc="0" normalizeH="0" baseline="0" noProof="0" dirty="0">
                <a:ln>
                  <a:noFill/>
                </a:ln>
                <a:solidFill>
                  <a:prstClr val="black"/>
                </a:solidFill>
                <a:effectLst/>
                <a:uLnTx/>
                <a:uFillTx/>
                <a:latin typeface="Segoe Condensed"/>
              </a:rPr>
              <a:t>raw </a:t>
            </a:r>
            <a:r>
              <a:rPr lang="en-US" sz="1700" b="0" dirty="0">
                <a:solidFill>
                  <a:prstClr val="black"/>
                </a:solidFill>
                <a:latin typeface="Segoe Condensed"/>
              </a:rPr>
              <a:t>signals that are triangulated with other contemporaneous reports, reviewed against previous trends/occurrences, considered in the context of the situation and dynamically assessed by the PHI analyst in order to retain only those pertinent to early detection purposes. Potential signals are then triaged and either discarded or categorized if they meet predefined criteria.</a:t>
            </a:r>
          </a:p>
          <a:p>
            <a:pPr marL="371475" indent="-285750" algn="just">
              <a:defRPr/>
            </a:pPr>
            <a:endParaRPr lang="en-US" sz="1700" dirty="0">
              <a:solidFill>
                <a:prstClr val="black"/>
              </a:solidFill>
              <a:latin typeface="Segoe Condensed"/>
            </a:endParaRPr>
          </a:p>
          <a:p>
            <a:pPr marL="371475" indent="-285750" algn="just">
              <a:defRPr/>
            </a:pPr>
            <a:r>
              <a:rPr lang="en-US" sz="1700" dirty="0">
                <a:solidFill>
                  <a:prstClr val="black"/>
                </a:solidFill>
                <a:latin typeface="Segoe Condensed"/>
              </a:rPr>
              <a:t>Signal: </a:t>
            </a:r>
            <a:r>
              <a:rPr lang="en-US" sz="1700" b="0" dirty="0">
                <a:solidFill>
                  <a:prstClr val="black"/>
                </a:solidFill>
                <a:latin typeface="Segoe Condensed"/>
              </a:rPr>
              <a:t>is data and/or information detected that has been triangulated, assessed, triaged, and categorized using a multidisciplinary and PHI-specific lens, and determined to represent a potential acute risk to human health, encompassing all-hazard considerations. Signals may consist of reports of cases or deaths (individual or aggregated), potential exposure of human beings to biological, chemical or radiological and nuclear hazards, or the occurrence of natural or human-made disasters. Signals can be detected from a variety of sources and through a range of approaches. </a:t>
            </a:r>
            <a:endParaRPr lang="en-GB" sz="1700" b="0" dirty="0">
              <a:solidFill>
                <a:prstClr val="black"/>
              </a:solidFill>
              <a:latin typeface="Segoe Condensed"/>
            </a:endParaRPr>
          </a:p>
          <a:p>
            <a:pPr marL="0" indent="0">
              <a:buNone/>
            </a:pPr>
            <a:endParaRPr lang="en-US" dirty="0"/>
          </a:p>
        </p:txBody>
      </p:sp>
      <p:sp>
        <p:nvSpPr>
          <p:cNvPr id="3" name="Slide Number Placeholder 3">
            <a:extLst>
              <a:ext uri="{FF2B5EF4-FFF2-40B4-BE49-F238E27FC236}">
                <a16:creationId xmlns:a16="http://schemas.microsoft.com/office/drawing/2014/main" id="{740A8240-DC3F-10BB-22C9-CBE9DE4B7667}"/>
              </a:ext>
            </a:extLst>
          </p:cNvPr>
          <p:cNvSpPr>
            <a:spLocks noGrp="1"/>
          </p:cNvSpPr>
          <p:nvPr>
            <p:ph type="sldNum" sz="quarter" idx="12"/>
          </p:nvPr>
        </p:nvSpPr>
        <p:spPr/>
        <p:txBody>
          <a:bodyPr/>
          <a:lstStyle/>
          <a:p>
            <a:fld id="{C5EF2332-01BF-834F-8236-50238282D533}" type="slidenum">
              <a:rPr lang="en-US" smtClean="0"/>
              <a:t>5</a:t>
            </a:fld>
            <a:endParaRPr lang="en-US"/>
          </a:p>
        </p:txBody>
      </p:sp>
      <p:sp>
        <p:nvSpPr>
          <p:cNvPr id="4" name="Title 1">
            <a:extLst>
              <a:ext uri="{FF2B5EF4-FFF2-40B4-BE49-F238E27FC236}">
                <a16:creationId xmlns:a16="http://schemas.microsoft.com/office/drawing/2014/main" id="{153D010C-65ED-9E94-1600-75351F868F59}"/>
              </a:ext>
            </a:extLst>
          </p:cNvPr>
          <p:cNvSpPr>
            <a:spLocks noGrp="1"/>
          </p:cNvSpPr>
          <p:nvPr>
            <p:ph type="title"/>
          </p:nvPr>
        </p:nvSpPr>
        <p:spPr/>
        <p:txBody>
          <a:bodyPr/>
          <a:lstStyle/>
          <a:p>
            <a:r>
              <a:rPr lang="en-GB" dirty="0">
                <a:latin typeface="Segoe Condensed"/>
              </a:rPr>
              <a:t>Signal nomenclature</a:t>
            </a:r>
            <a:endParaRPr lang="en-US" dirty="0"/>
          </a:p>
        </p:txBody>
      </p:sp>
    </p:spTree>
    <p:extLst>
      <p:ext uri="{BB962C8B-B14F-4D97-AF65-F5344CB8AC3E}">
        <p14:creationId xmlns:p14="http://schemas.microsoft.com/office/powerpoint/2010/main" val="1733617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06207D2-CACC-44E7-87C2-03B2C7DD4303}"/>
              </a:ext>
            </a:extLst>
          </p:cNvPr>
          <p:cNvSpPr>
            <a:spLocks noGrp="1"/>
          </p:cNvSpPr>
          <p:nvPr>
            <p:ph idx="1"/>
          </p:nvPr>
        </p:nvSpPr>
        <p:spPr>
          <a:xfrm>
            <a:off x="609600" y="1411254"/>
            <a:ext cx="10972800" cy="4726310"/>
          </a:xfrm>
        </p:spPr>
        <p:txBody>
          <a:bodyPr vert="horz" lIns="91440" tIns="45720" rIns="91440" bIns="45720" rtlCol="0" anchor="t">
            <a:normAutofit fontScale="85000" lnSpcReduction="20000"/>
          </a:bodyPr>
          <a:lstStyle/>
          <a:p>
            <a:pPr>
              <a:lnSpc>
                <a:spcPct val="110000"/>
              </a:lnSpc>
            </a:pPr>
            <a:r>
              <a:rPr lang="en-US" sz="2000" u="sng" dirty="0">
                <a:solidFill>
                  <a:srgbClr val="000000"/>
                </a:solidFill>
              </a:rPr>
              <a:t>Verification</a:t>
            </a:r>
            <a:r>
              <a:rPr lang="en-US" sz="2000" dirty="0">
                <a:solidFill>
                  <a:srgbClr val="000000"/>
                </a:solidFill>
              </a:rPr>
              <a:t>: a signal triaged for verification requires additional information for the purpose of verification from the IHR NFP via the respective RO. </a:t>
            </a:r>
          </a:p>
          <a:p>
            <a:pPr>
              <a:lnSpc>
                <a:spcPct val="110000"/>
              </a:lnSpc>
            </a:pPr>
            <a:r>
              <a:rPr lang="en-US" sz="2000" u="sng" dirty="0">
                <a:solidFill>
                  <a:srgbClr val="000000"/>
                </a:solidFill>
              </a:rPr>
              <a:t>Request for information (RFI):</a:t>
            </a:r>
            <a:r>
              <a:rPr lang="en-US" sz="2000" dirty="0">
                <a:solidFill>
                  <a:srgbClr val="000000"/>
                </a:solidFill>
              </a:rPr>
              <a:t> a signal triaged for RFI requires additional information for risk assessment. This information may be required from the respective RO, TT or relevant partners (e.g., GLEWS+, UNICEF, GOARN).</a:t>
            </a:r>
            <a:endParaRPr lang="en-US" sz="2000" u="sng" dirty="0"/>
          </a:p>
          <a:p>
            <a:pPr>
              <a:lnSpc>
                <a:spcPct val="110000"/>
              </a:lnSpc>
            </a:pPr>
            <a:r>
              <a:rPr lang="en-US" sz="2000" u="sng" dirty="0">
                <a:solidFill>
                  <a:srgbClr val="000000"/>
                </a:solidFill>
              </a:rPr>
              <a:t>Real-time monitoring (RTM)</a:t>
            </a:r>
            <a:r>
              <a:rPr lang="en-US" sz="2000" dirty="0">
                <a:solidFill>
                  <a:srgbClr val="000000"/>
                </a:solidFill>
              </a:rPr>
              <a:t>: a potential-signal triaged for RTM is shared with the hazard focal points within PHI unit and the hazard focal points will reassess status at least weekly based on targeted search.</a:t>
            </a:r>
            <a:endParaRPr lang="en-US" sz="2000" strike="sngStrike" dirty="0">
              <a:cs typeface="Calibri"/>
            </a:endParaRPr>
          </a:p>
          <a:p>
            <a:pPr>
              <a:lnSpc>
                <a:spcPct val="110000"/>
              </a:lnSpc>
            </a:pPr>
            <a:r>
              <a:rPr lang="en-US" sz="2000" u="sng" dirty="0">
                <a:solidFill>
                  <a:srgbClr val="000000"/>
                </a:solidFill>
              </a:rPr>
              <a:t>Shared for awareness (SFA)</a:t>
            </a:r>
            <a:r>
              <a:rPr lang="en-US" sz="2000" dirty="0">
                <a:solidFill>
                  <a:srgbClr val="000000"/>
                </a:solidFill>
              </a:rPr>
              <a:t>: a signal triaged for SFA is shared with TT, RO, and/or relevant partners and requires no further action for HQ PHI – examples include the sharing of information about substandard or falsified medicines with the rapid alert team or sharing of information about a signal affecting children with UNICEF. This may also include an IHR notification received via the RO that is then shared onward for TT awareness.</a:t>
            </a:r>
          </a:p>
          <a:p>
            <a:pPr>
              <a:lnSpc>
                <a:spcPct val="110000"/>
              </a:lnSpc>
            </a:pPr>
            <a:r>
              <a:rPr lang="en-US" sz="2000" u="sng" dirty="0">
                <a:solidFill>
                  <a:srgbClr val="000000"/>
                </a:solidFill>
                <a:latin typeface="Segoe Condensed"/>
                <a:cs typeface="Calibri"/>
              </a:rPr>
              <a:t>Monitored elsewhere (ROs, WCOs, MS, partners) – No HQ PHI escalation needed currently (MENE</a:t>
            </a:r>
            <a:r>
              <a:rPr lang="en-US" sz="2000" dirty="0">
                <a:solidFill>
                  <a:srgbClr val="000000"/>
                </a:solidFill>
                <a:latin typeface="Segoe Condensed"/>
                <a:cs typeface="Calibri"/>
              </a:rPr>
              <a:t>): </a:t>
            </a:r>
            <a:r>
              <a:rPr lang="en-US" sz="2000" dirty="0">
                <a:solidFill>
                  <a:srgbClr val="000000"/>
                </a:solidFill>
                <a:latin typeface="Segoe Condensed"/>
              </a:rPr>
              <a:t>a signal triaged for MENE is one that does not require any </a:t>
            </a:r>
            <a:r>
              <a:rPr lang="en-US" sz="2100" dirty="0">
                <a:solidFill>
                  <a:srgbClr val="000000"/>
                </a:solidFill>
                <a:latin typeface="Segoe Condensed"/>
              </a:rPr>
              <a:t>monitoring or escalation by HQ PHI, at the time of detection, as the signal is already being monitored closely by the RO, WCO, Member State, partners, HQ technical team, or an IMST</a:t>
            </a:r>
            <a:r>
              <a:rPr lang="en-US" sz="2000" dirty="0">
                <a:solidFill>
                  <a:srgbClr val="000000"/>
                </a:solidFill>
                <a:latin typeface="Segoe Condensed"/>
              </a:rPr>
              <a:t>. </a:t>
            </a:r>
            <a:endParaRPr lang="en-US" sz="2000" dirty="0">
              <a:latin typeface="Segoe Condensed"/>
              <a:cs typeface="Calibri"/>
            </a:endParaRPr>
          </a:p>
          <a:p>
            <a:pPr>
              <a:lnSpc>
                <a:spcPct val="110000"/>
              </a:lnSpc>
            </a:pPr>
            <a:r>
              <a:rPr lang="en-US" sz="2000" u="sng" dirty="0">
                <a:solidFill>
                  <a:srgbClr val="000000"/>
                </a:solidFill>
                <a:latin typeface="Segoe Condensed"/>
              </a:rPr>
              <a:t>Discard for HQ PHI (DHQP)</a:t>
            </a:r>
            <a:r>
              <a:rPr lang="en-US" sz="2000" dirty="0">
                <a:solidFill>
                  <a:srgbClr val="000000"/>
                </a:solidFill>
                <a:latin typeface="Segoe Condensed"/>
              </a:rPr>
              <a:t>: </a:t>
            </a:r>
            <a:r>
              <a:rPr lang="en-US" sz="2100" dirty="0">
                <a:solidFill>
                  <a:srgbClr val="000000"/>
                </a:solidFill>
                <a:latin typeface="Segoe Condensed"/>
              </a:rPr>
              <a:t>Signals that are already known through official channels, related to animal health only, clearly irrelevant, erroneous, outdated or negative test results (e.g., translation errors, duplicate reports, old articles) should be discarded. Importantly, discarding a signal related to an ongoing event does not imply that the event itself is discarded—only that the specific signal is not considered pertinent at the time of assessment.</a:t>
            </a:r>
          </a:p>
        </p:txBody>
      </p:sp>
      <p:sp>
        <p:nvSpPr>
          <p:cNvPr id="3" name="Slide Number Placeholder 3">
            <a:extLst>
              <a:ext uri="{FF2B5EF4-FFF2-40B4-BE49-F238E27FC236}">
                <a16:creationId xmlns:a16="http://schemas.microsoft.com/office/drawing/2014/main" id="{7BE90D03-66B0-4F8A-B8A2-906D4741659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EF2332-01BF-834F-8236-50238282D533}" type="slidenum">
              <a:rPr kumimoji="0" lang="en-US" sz="18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Title 1">
            <a:extLst>
              <a:ext uri="{FF2B5EF4-FFF2-40B4-BE49-F238E27FC236}">
                <a16:creationId xmlns:a16="http://schemas.microsoft.com/office/drawing/2014/main" id="{3AB0EFD9-403D-42E6-B2FE-352751760579}"/>
              </a:ext>
            </a:extLst>
          </p:cNvPr>
          <p:cNvSpPr>
            <a:spLocks noGrp="1"/>
          </p:cNvSpPr>
          <p:nvPr>
            <p:ph type="title"/>
          </p:nvPr>
        </p:nvSpPr>
        <p:spPr/>
        <p:txBody>
          <a:bodyPr/>
          <a:lstStyle/>
          <a:p>
            <a:r>
              <a:rPr lang="en-US" dirty="0">
                <a:solidFill>
                  <a:srgbClr val="FFFFFF"/>
                </a:solidFill>
              </a:rPr>
              <a:t>Categorization definitions</a:t>
            </a:r>
          </a:p>
        </p:txBody>
      </p:sp>
    </p:spTree>
    <p:extLst>
      <p:ext uri="{BB962C8B-B14F-4D97-AF65-F5344CB8AC3E}">
        <p14:creationId xmlns:p14="http://schemas.microsoft.com/office/powerpoint/2010/main" val="2776766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8"/>
  <p:tag name="ARTICULATE_DESIGN_ID_WHE" val="V9GGs3hh"/>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WHE">
  <a:themeElements>
    <a:clrScheme name="Custom 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F7F7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VA_nCoV_Template.potx [Read-Only]" id="{03170B1E-CD00-4BBB-82B6-0A34E7E71D33}" vid="{785DD861-4870-4038-A967-56C57AC43D45}"/>
    </a:ext>
  </a:extLst>
</a:theme>
</file>

<file path=ppt/theme/theme2.xml><?xml version="1.0" encoding="utf-8"?>
<a:theme xmlns:a="http://schemas.openxmlformats.org/drawingml/2006/main" name="1_WHE">
  <a:themeElements>
    <a:clrScheme name="Custom 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F7F7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VA_nCoV_Template.potx [Read-Only]" id="{03170B1E-CD00-4BBB-82B6-0A34E7E71D33}" vid="{785DD861-4870-4038-A967-56C57AC43D4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b2f4e7dc-877a-4ed9-a52f-e1cf0df97ff5" xsi:nil="true"/>
    <lcf76f155ced4ddcb4097134ff3c332f xmlns="a09e9d82-a4a6-4b9b-911d-2666e311eede">
      <Terms xmlns="http://schemas.microsoft.com/office/infopath/2007/PartnerControls"/>
    </lcf76f155ced4ddcb4097134ff3c332f>
    <_Flow_SignoffStatus xmlns="a09e9d82-a4a6-4b9b-911d-2666e311eed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4975FBDD4047747973BA80731FDA9B8" ma:contentTypeVersion="19" ma:contentTypeDescription="Create a new document." ma:contentTypeScope="" ma:versionID="6e10b7193ab1881411c4b29aacdd38f9">
  <xsd:schema xmlns:xsd="http://www.w3.org/2001/XMLSchema" xmlns:xs="http://www.w3.org/2001/XMLSchema" xmlns:p="http://schemas.microsoft.com/office/2006/metadata/properties" xmlns:ns2="a09e9d82-a4a6-4b9b-911d-2666e311eede" xmlns:ns3="b2f4e7dc-877a-4ed9-a52f-e1cf0df97ff5" targetNamespace="http://schemas.microsoft.com/office/2006/metadata/properties" ma:root="true" ma:fieldsID="69b0705cf479ba1e6a436010564e6c75" ns2:_="" ns3:_="">
    <xsd:import namespace="a09e9d82-a4a6-4b9b-911d-2666e311eede"/>
    <xsd:import namespace="b2f4e7dc-877a-4ed9-a52f-e1cf0df97ff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_Flow_SignoffStatus"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2:MediaServiceDateTaken"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09e9d82-a4a6-4b9b-911d-2666e311ee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Flow_SignoffStatus" ma:index="12" nillable="true" ma:displayName="Sign-off status" ma:internalName="_x0024_Resources_x003a_core_x002c_Signoff_Status_x003b_">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aa4eac88-8ae6-4a96-90c7-97bc93c844e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2f4e7dc-877a-4ed9-a52f-e1cf0df97ff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c48c9d6b-8a7d-41e7-8889-f6e204576da1}" ma:internalName="TaxCatchAll" ma:showField="CatchAllData" ma:web="b2f4e7dc-877a-4ed9-a52f-e1cf0df97ff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350DA3F-FE47-49EC-9149-12F59676D1A7}">
  <ds:schemaRefs>
    <ds:schemaRef ds:uri="http://schemas.microsoft.com/sharepoint/v3/contenttype/forms"/>
  </ds:schemaRefs>
</ds:datastoreItem>
</file>

<file path=customXml/itemProps2.xml><?xml version="1.0" encoding="utf-8"?>
<ds:datastoreItem xmlns:ds="http://schemas.openxmlformats.org/officeDocument/2006/customXml" ds:itemID="{E35E4285-A42E-4477-BACD-839674D390A7}">
  <ds:schemaRefs>
    <ds:schemaRef ds:uri="http://www.w3.org/XML/1998/namespace"/>
    <ds:schemaRef ds:uri="http://schemas.microsoft.com/office/2006/documentManagement/types"/>
    <ds:schemaRef ds:uri="a09e9d82-a4a6-4b9b-911d-2666e311eede"/>
    <ds:schemaRef ds:uri="http://purl.org/dc/elements/1.1/"/>
    <ds:schemaRef ds:uri="http://schemas.openxmlformats.org/package/2006/metadata/core-properties"/>
    <ds:schemaRef ds:uri="http://purl.org/dc/dcmitype/"/>
    <ds:schemaRef ds:uri="http://schemas.microsoft.com/office/infopath/2007/PartnerControls"/>
    <ds:schemaRef ds:uri="http://schemas.microsoft.com/office/2006/metadata/properties"/>
    <ds:schemaRef ds:uri="b2f4e7dc-877a-4ed9-a52f-e1cf0df97ff5"/>
    <ds:schemaRef ds:uri="http://purl.org/dc/terms/"/>
  </ds:schemaRefs>
</ds:datastoreItem>
</file>

<file path=customXml/itemProps3.xml><?xml version="1.0" encoding="utf-8"?>
<ds:datastoreItem xmlns:ds="http://schemas.openxmlformats.org/officeDocument/2006/customXml" ds:itemID="{6A6A65CB-80AE-4E53-A292-2EE50652FB31}">
  <ds:schemaRefs>
    <ds:schemaRef ds:uri="a09e9d82-a4a6-4b9b-911d-2666e311eede"/>
    <ds:schemaRef ds:uri="b2f4e7dc-877a-4ed9-a52f-e1cf0df97ff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969</TotalTime>
  <Words>930</Words>
  <Application>Microsoft Office PowerPoint</Application>
  <PresentationFormat>Widescreen</PresentationFormat>
  <Paragraphs>34</Paragraphs>
  <Slides>6</Slides>
  <Notes>0</Notes>
  <HiddenSlides>6</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6</vt:i4>
      </vt:variant>
    </vt:vector>
  </HeadingPairs>
  <TitlesOfParts>
    <vt:vector size="13" baseType="lpstr">
      <vt:lpstr>Arial</vt:lpstr>
      <vt:lpstr>Calibri</vt:lpstr>
      <vt:lpstr>Corbel</vt:lpstr>
      <vt:lpstr>Leelawadee</vt:lpstr>
      <vt:lpstr>Segoe Condensed</vt:lpstr>
      <vt:lpstr>WHE</vt:lpstr>
      <vt:lpstr>1_WHE</vt:lpstr>
      <vt:lpstr>Preface</vt:lpstr>
      <vt:lpstr>Detection, verification, risk assessment, communication and response process</vt:lpstr>
      <vt:lpstr>WHO-HQ PHI information flow</vt:lpstr>
      <vt:lpstr>Detection and Verification Process</vt:lpstr>
      <vt:lpstr>Signal nomenclature</vt:lpstr>
      <vt:lpstr>Categorization definitions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Office PowerPoint</Application>
  <PresentationFormat>On-screen Show (4:3)</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Situation update: nCoV</dc:title>
  <dc:creator>NEDELEC, Yoann</dc:creator>
  <cp:keywords/>
  <cp:lastModifiedBy>MESFIN, Samuel</cp:lastModifiedBy>
  <cp:revision>74</cp:revision>
  <dcterms:created xsi:type="dcterms:W3CDTF">2020-03-30T19:54:51Z</dcterms:created>
  <dcterms:modified xsi:type="dcterms:W3CDTF">2026-02-11T08:46:03Z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utput">
    <vt:lpwstr>powerpoint_presentation</vt:lpwstr>
  </property>
  <property fmtid="{D5CDD505-2E9C-101B-9397-08002B2CF9AE}" pid="3" name="ArticulateGUID">
    <vt:lpwstr>AAB1370B-3677-40F6-AAA6-D39C01A1D7A0</vt:lpwstr>
  </property>
  <property fmtid="{D5CDD505-2E9C-101B-9397-08002B2CF9AE}" pid="4" name="ArticulatePath">
    <vt:lpwstr>DVA_nCoV_Slides</vt:lpwstr>
  </property>
  <property fmtid="{D5CDD505-2E9C-101B-9397-08002B2CF9AE}" pid="5" name="ContentTypeId">
    <vt:lpwstr>0x010100F4975FBDD4047747973BA80731FDA9B8</vt:lpwstr>
  </property>
  <property fmtid="{D5CDD505-2E9C-101B-9397-08002B2CF9AE}" pid="6" name="MediaServiceImageTags">
    <vt:lpwstr/>
  </property>
</Properties>
</file>